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128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0B1CA7-B6DF-4A8B-8042-37AE57E7D73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B47B14A-06AD-48C9-A740-5139808C454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Analyze sales data</a:t>
          </a:r>
        </a:p>
      </dgm:t>
    </dgm:pt>
    <dgm:pt modelId="{EC3CC331-47A0-4FED-88D8-2ECE472CB13F}" type="parTrans" cxnId="{AE7751D2-FDD1-42C2-8A8B-1C8C65953913}">
      <dgm:prSet/>
      <dgm:spPr/>
      <dgm:t>
        <a:bodyPr/>
        <a:lstStyle/>
        <a:p>
          <a:endParaRPr lang="en-US"/>
        </a:p>
      </dgm:t>
    </dgm:pt>
    <dgm:pt modelId="{C69B42F3-3CB8-4484-9902-4582C3B9FE0B}" type="sibTrans" cxnId="{AE7751D2-FDD1-42C2-8A8B-1C8C65953913}">
      <dgm:prSet/>
      <dgm:spPr/>
      <dgm:t>
        <a:bodyPr/>
        <a:lstStyle/>
        <a:p>
          <a:endParaRPr lang="en-US"/>
        </a:p>
      </dgm:t>
    </dgm:pt>
    <dgm:pt modelId="{0A4CE036-1FE9-4BFC-BE05-EB44DC4655C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Identify patterns</a:t>
          </a:r>
        </a:p>
      </dgm:t>
    </dgm:pt>
    <dgm:pt modelId="{1E99DC2F-9672-41BA-8B0F-D2BD68631EFF}" type="parTrans" cxnId="{BC2A6E9F-ED93-4DD4-8FE2-AFD682E30439}">
      <dgm:prSet/>
      <dgm:spPr/>
      <dgm:t>
        <a:bodyPr/>
        <a:lstStyle/>
        <a:p>
          <a:endParaRPr lang="en-US"/>
        </a:p>
      </dgm:t>
    </dgm:pt>
    <dgm:pt modelId="{8F1B67EB-C8D4-4BF3-A535-A40504189E6F}" type="sibTrans" cxnId="{BC2A6E9F-ED93-4DD4-8FE2-AFD682E30439}">
      <dgm:prSet/>
      <dgm:spPr/>
      <dgm:t>
        <a:bodyPr/>
        <a:lstStyle/>
        <a:p>
          <a:endParaRPr lang="en-US"/>
        </a:p>
      </dgm:t>
    </dgm:pt>
    <dgm:pt modelId="{57263CB6-CD24-4FDD-AF7F-08769AFC802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Apply hypothesis testing</a:t>
          </a:r>
        </a:p>
      </dgm:t>
    </dgm:pt>
    <dgm:pt modelId="{B37A6624-83E3-4810-B2EA-B161443BBE7F}" type="parTrans" cxnId="{03728BA9-B011-4970-B607-AB865B1F23E0}">
      <dgm:prSet/>
      <dgm:spPr/>
      <dgm:t>
        <a:bodyPr/>
        <a:lstStyle/>
        <a:p>
          <a:endParaRPr lang="en-US"/>
        </a:p>
      </dgm:t>
    </dgm:pt>
    <dgm:pt modelId="{3B00714B-9A62-4679-B161-61F9D4FBEE90}" type="sibTrans" cxnId="{03728BA9-B011-4970-B607-AB865B1F23E0}">
      <dgm:prSet/>
      <dgm:spPr/>
      <dgm:t>
        <a:bodyPr/>
        <a:lstStyle/>
        <a:p>
          <a:endParaRPr lang="en-US"/>
        </a:p>
      </dgm:t>
    </dgm:pt>
    <dgm:pt modelId="{F0C22E50-0A21-4A60-BCF1-96376BD305D0}" type="pres">
      <dgm:prSet presAssocID="{590B1CA7-B6DF-4A8B-8042-37AE57E7D73C}" presName="root" presStyleCnt="0">
        <dgm:presLayoutVars>
          <dgm:dir/>
          <dgm:resizeHandles val="exact"/>
        </dgm:presLayoutVars>
      </dgm:prSet>
      <dgm:spPr/>
    </dgm:pt>
    <dgm:pt modelId="{6FD5A34B-3824-473D-BC67-791F13EE0458}" type="pres">
      <dgm:prSet presAssocID="{8B47B14A-06AD-48C9-A740-5139808C4542}" presName="compNode" presStyleCnt="0"/>
      <dgm:spPr/>
    </dgm:pt>
    <dgm:pt modelId="{70A5B8E9-00EB-44BD-8E2E-0EFE40E771B0}" type="pres">
      <dgm:prSet presAssocID="{8B47B14A-06AD-48C9-A740-5139808C4542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EB3E87E1-5E4F-4B17-9216-72EBB6126C2D}" type="pres">
      <dgm:prSet presAssocID="{8B47B14A-06AD-48C9-A740-5139808C454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1A35D1C5-BC30-4C14-AD58-B22F7B342331}" type="pres">
      <dgm:prSet presAssocID="{8B47B14A-06AD-48C9-A740-5139808C4542}" presName="spaceRect" presStyleCnt="0"/>
      <dgm:spPr/>
    </dgm:pt>
    <dgm:pt modelId="{96488F9E-058F-4325-BD11-155242FC68DA}" type="pres">
      <dgm:prSet presAssocID="{8B47B14A-06AD-48C9-A740-5139808C4542}" presName="textRect" presStyleLbl="revTx" presStyleIdx="0" presStyleCnt="3">
        <dgm:presLayoutVars>
          <dgm:chMax val="1"/>
          <dgm:chPref val="1"/>
        </dgm:presLayoutVars>
      </dgm:prSet>
      <dgm:spPr/>
    </dgm:pt>
    <dgm:pt modelId="{DA387374-FBED-40C7-B2AC-AD3093B8FDFB}" type="pres">
      <dgm:prSet presAssocID="{C69B42F3-3CB8-4484-9902-4582C3B9FE0B}" presName="sibTrans" presStyleCnt="0"/>
      <dgm:spPr/>
    </dgm:pt>
    <dgm:pt modelId="{A17552E6-32CA-447D-A990-9F9770C5F662}" type="pres">
      <dgm:prSet presAssocID="{0A4CE036-1FE9-4BFC-BE05-EB44DC4655CF}" presName="compNode" presStyleCnt="0"/>
      <dgm:spPr/>
    </dgm:pt>
    <dgm:pt modelId="{2012521A-2FBD-402A-A2B0-30C6839400BA}" type="pres">
      <dgm:prSet presAssocID="{0A4CE036-1FE9-4BFC-BE05-EB44DC4655CF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F25D52C-60A5-437E-B2A6-B0BB4A6EE8F5}" type="pres">
      <dgm:prSet presAssocID="{0A4CE036-1FE9-4BFC-BE05-EB44DC4655C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5C38540-0268-4A6C-8D28-2DEAFF5900E5}" type="pres">
      <dgm:prSet presAssocID="{0A4CE036-1FE9-4BFC-BE05-EB44DC4655CF}" presName="spaceRect" presStyleCnt="0"/>
      <dgm:spPr/>
    </dgm:pt>
    <dgm:pt modelId="{C605786F-D81E-4C4D-BBFC-ED6A97BDF7C0}" type="pres">
      <dgm:prSet presAssocID="{0A4CE036-1FE9-4BFC-BE05-EB44DC4655CF}" presName="textRect" presStyleLbl="revTx" presStyleIdx="1" presStyleCnt="3">
        <dgm:presLayoutVars>
          <dgm:chMax val="1"/>
          <dgm:chPref val="1"/>
        </dgm:presLayoutVars>
      </dgm:prSet>
      <dgm:spPr/>
    </dgm:pt>
    <dgm:pt modelId="{1EA84A6C-663F-4A88-8F83-F51FC6F96FD4}" type="pres">
      <dgm:prSet presAssocID="{8F1B67EB-C8D4-4BF3-A535-A40504189E6F}" presName="sibTrans" presStyleCnt="0"/>
      <dgm:spPr/>
    </dgm:pt>
    <dgm:pt modelId="{04234B8B-E6C1-4105-8DC5-D6671137B2E3}" type="pres">
      <dgm:prSet presAssocID="{57263CB6-CD24-4FDD-AF7F-08769AFC8020}" presName="compNode" presStyleCnt="0"/>
      <dgm:spPr/>
    </dgm:pt>
    <dgm:pt modelId="{AF6E274A-7DC8-4765-A98F-289009980EC2}" type="pres">
      <dgm:prSet presAssocID="{57263CB6-CD24-4FDD-AF7F-08769AFC8020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38B6E59-9BEB-49DA-A865-A49B4476B5B6}" type="pres">
      <dgm:prSet presAssocID="{57263CB6-CD24-4FDD-AF7F-08769AFC802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8CB511C-E3AF-462A-A174-D6223AB9167F}" type="pres">
      <dgm:prSet presAssocID="{57263CB6-CD24-4FDD-AF7F-08769AFC8020}" presName="spaceRect" presStyleCnt="0"/>
      <dgm:spPr/>
    </dgm:pt>
    <dgm:pt modelId="{74170EA4-157A-4807-B3F8-E60AF2E7EB05}" type="pres">
      <dgm:prSet presAssocID="{57263CB6-CD24-4FDD-AF7F-08769AFC802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C30356B-57D9-451F-82E2-2B25A4969C4E}" type="presOf" srcId="{0A4CE036-1FE9-4BFC-BE05-EB44DC4655CF}" destId="{C605786F-D81E-4C4D-BBFC-ED6A97BDF7C0}" srcOrd="0" destOrd="0" presId="urn:microsoft.com/office/officeart/2018/5/layout/IconLeafLabelList"/>
    <dgm:cxn modelId="{93A35951-514A-43F8-A76E-19E9961EF6FF}" type="presOf" srcId="{57263CB6-CD24-4FDD-AF7F-08769AFC8020}" destId="{74170EA4-157A-4807-B3F8-E60AF2E7EB05}" srcOrd="0" destOrd="0" presId="urn:microsoft.com/office/officeart/2018/5/layout/IconLeafLabelList"/>
    <dgm:cxn modelId="{1549A580-C3C5-403D-8CCE-3A168B8880D4}" type="presOf" srcId="{8B47B14A-06AD-48C9-A740-5139808C4542}" destId="{96488F9E-058F-4325-BD11-155242FC68DA}" srcOrd="0" destOrd="0" presId="urn:microsoft.com/office/officeart/2018/5/layout/IconLeafLabelList"/>
    <dgm:cxn modelId="{BC2A6E9F-ED93-4DD4-8FE2-AFD682E30439}" srcId="{590B1CA7-B6DF-4A8B-8042-37AE57E7D73C}" destId="{0A4CE036-1FE9-4BFC-BE05-EB44DC4655CF}" srcOrd="1" destOrd="0" parTransId="{1E99DC2F-9672-41BA-8B0F-D2BD68631EFF}" sibTransId="{8F1B67EB-C8D4-4BF3-A535-A40504189E6F}"/>
    <dgm:cxn modelId="{FCB11BA1-A202-46CC-B8D0-3F92FE4B5CF9}" type="presOf" srcId="{590B1CA7-B6DF-4A8B-8042-37AE57E7D73C}" destId="{F0C22E50-0A21-4A60-BCF1-96376BD305D0}" srcOrd="0" destOrd="0" presId="urn:microsoft.com/office/officeart/2018/5/layout/IconLeafLabelList"/>
    <dgm:cxn modelId="{03728BA9-B011-4970-B607-AB865B1F23E0}" srcId="{590B1CA7-B6DF-4A8B-8042-37AE57E7D73C}" destId="{57263CB6-CD24-4FDD-AF7F-08769AFC8020}" srcOrd="2" destOrd="0" parTransId="{B37A6624-83E3-4810-B2EA-B161443BBE7F}" sibTransId="{3B00714B-9A62-4679-B161-61F9D4FBEE90}"/>
    <dgm:cxn modelId="{AE7751D2-FDD1-42C2-8A8B-1C8C65953913}" srcId="{590B1CA7-B6DF-4A8B-8042-37AE57E7D73C}" destId="{8B47B14A-06AD-48C9-A740-5139808C4542}" srcOrd="0" destOrd="0" parTransId="{EC3CC331-47A0-4FED-88D8-2ECE472CB13F}" sibTransId="{C69B42F3-3CB8-4484-9902-4582C3B9FE0B}"/>
    <dgm:cxn modelId="{60BD02BF-104E-4102-B4F9-E05CA7AE95BA}" type="presParOf" srcId="{F0C22E50-0A21-4A60-BCF1-96376BD305D0}" destId="{6FD5A34B-3824-473D-BC67-791F13EE0458}" srcOrd="0" destOrd="0" presId="urn:microsoft.com/office/officeart/2018/5/layout/IconLeafLabelList"/>
    <dgm:cxn modelId="{37C3D028-F027-4A8B-AB57-87438A6A0E23}" type="presParOf" srcId="{6FD5A34B-3824-473D-BC67-791F13EE0458}" destId="{70A5B8E9-00EB-44BD-8E2E-0EFE40E771B0}" srcOrd="0" destOrd="0" presId="urn:microsoft.com/office/officeart/2018/5/layout/IconLeafLabelList"/>
    <dgm:cxn modelId="{65A9359C-A22C-4C9F-8F14-2ECA4DD51D00}" type="presParOf" srcId="{6FD5A34B-3824-473D-BC67-791F13EE0458}" destId="{EB3E87E1-5E4F-4B17-9216-72EBB6126C2D}" srcOrd="1" destOrd="0" presId="urn:microsoft.com/office/officeart/2018/5/layout/IconLeafLabelList"/>
    <dgm:cxn modelId="{CE1F2204-154B-48C1-8B7E-FE5D275D0C71}" type="presParOf" srcId="{6FD5A34B-3824-473D-BC67-791F13EE0458}" destId="{1A35D1C5-BC30-4C14-AD58-B22F7B342331}" srcOrd="2" destOrd="0" presId="urn:microsoft.com/office/officeart/2018/5/layout/IconLeafLabelList"/>
    <dgm:cxn modelId="{D8CD287D-9BAF-4611-813E-39843FFF7401}" type="presParOf" srcId="{6FD5A34B-3824-473D-BC67-791F13EE0458}" destId="{96488F9E-058F-4325-BD11-155242FC68DA}" srcOrd="3" destOrd="0" presId="urn:microsoft.com/office/officeart/2018/5/layout/IconLeafLabelList"/>
    <dgm:cxn modelId="{9FC5BC2E-8B83-42F9-A08D-9B130DE34B98}" type="presParOf" srcId="{F0C22E50-0A21-4A60-BCF1-96376BD305D0}" destId="{DA387374-FBED-40C7-B2AC-AD3093B8FDFB}" srcOrd="1" destOrd="0" presId="urn:microsoft.com/office/officeart/2018/5/layout/IconLeafLabelList"/>
    <dgm:cxn modelId="{0589BF49-BCFE-4033-989A-871F0CD7C20C}" type="presParOf" srcId="{F0C22E50-0A21-4A60-BCF1-96376BD305D0}" destId="{A17552E6-32CA-447D-A990-9F9770C5F662}" srcOrd="2" destOrd="0" presId="urn:microsoft.com/office/officeart/2018/5/layout/IconLeafLabelList"/>
    <dgm:cxn modelId="{4C7E6EDC-C250-46C3-8B02-882251B7DE28}" type="presParOf" srcId="{A17552E6-32CA-447D-A990-9F9770C5F662}" destId="{2012521A-2FBD-402A-A2B0-30C6839400BA}" srcOrd="0" destOrd="0" presId="urn:microsoft.com/office/officeart/2018/5/layout/IconLeafLabelList"/>
    <dgm:cxn modelId="{025E83CC-8C75-40F2-B10F-191C3E8AC332}" type="presParOf" srcId="{A17552E6-32CA-447D-A990-9F9770C5F662}" destId="{6F25D52C-60A5-437E-B2A6-B0BB4A6EE8F5}" srcOrd="1" destOrd="0" presId="urn:microsoft.com/office/officeart/2018/5/layout/IconLeafLabelList"/>
    <dgm:cxn modelId="{2C56B416-97D6-4519-A814-40EB847F9E86}" type="presParOf" srcId="{A17552E6-32CA-447D-A990-9F9770C5F662}" destId="{B5C38540-0268-4A6C-8D28-2DEAFF5900E5}" srcOrd="2" destOrd="0" presId="urn:microsoft.com/office/officeart/2018/5/layout/IconLeafLabelList"/>
    <dgm:cxn modelId="{DB50AB2F-9A80-4C97-89B4-FFB75191DFB0}" type="presParOf" srcId="{A17552E6-32CA-447D-A990-9F9770C5F662}" destId="{C605786F-D81E-4C4D-BBFC-ED6A97BDF7C0}" srcOrd="3" destOrd="0" presId="urn:microsoft.com/office/officeart/2018/5/layout/IconLeafLabelList"/>
    <dgm:cxn modelId="{DEA7DB17-E573-46E6-9ECE-8D968B0BE7BC}" type="presParOf" srcId="{F0C22E50-0A21-4A60-BCF1-96376BD305D0}" destId="{1EA84A6C-663F-4A88-8F83-F51FC6F96FD4}" srcOrd="3" destOrd="0" presId="urn:microsoft.com/office/officeart/2018/5/layout/IconLeafLabelList"/>
    <dgm:cxn modelId="{91FF34F4-634E-461D-9176-73E3830DCA5D}" type="presParOf" srcId="{F0C22E50-0A21-4A60-BCF1-96376BD305D0}" destId="{04234B8B-E6C1-4105-8DC5-D6671137B2E3}" srcOrd="4" destOrd="0" presId="urn:microsoft.com/office/officeart/2018/5/layout/IconLeafLabelList"/>
    <dgm:cxn modelId="{3C01BD4A-5778-48C4-9960-3BC588A85A0B}" type="presParOf" srcId="{04234B8B-E6C1-4105-8DC5-D6671137B2E3}" destId="{AF6E274A-7DC8-4765-A98F-289009980EC2}" srcOrd="0" destOrd="0" presId="urn:microsoft.com/office/officeart/2018/5/layout/IconLeafLabelList"/>
    <dgm:cxn modelId="{0484976F-A0C0-49B8-900E-ADA7F0EBEC32}" type="presParOf" srcId="{04234B8B-E6C1-4105-8DC5-D6671137B2E3}" destId="{138B6E59-9BEB-49DA-A865-A49B4476B5B6}" srcOrd="1" destOrd="0" presId="urn:microsoft.com/office/officeart/2018/5/layout/IconLeafLabelList"/>
    <dgm:cxn modelId="{C7DC0855-C0F7-400C-986D-15DBFCE3F55E}" type="presParOf" srcId="{04234B8B-E6C1-4105-8DC5-D6671137B2E3}" destId="{58CB511C-E3AF-462A-A174-D6223AB9167F}" srcOrd="2" destOrd="0" presId="urn:microsoft.com/office/officeart/2018/5/layout/IconLeafLabelList"/>
    <dgm:cxn modelId="{4068ED4A-B2C7-4E93-B97A-FE58FF314B0C}" type="presParOf" srcId="{04234B8B-E6C1-4105-8DC5-D6671137B2E3}" destId="{74170EA4-157A-4807-B3F8-E60AF2E7EB0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09256D-1520-44DC-94FB-6CF16C0C39B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F61AA3-1F99-4D97-BB70-2246E21250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1000 records</a:t>
          </a:r>
        </a:p>
      </dgm:t>
    </dgm:pt>
    <dgm:pt modelId="{5AAEEE3A-4EB3-4689-9634-49B85E5456EA}" type="parTrans" cxnId="{42BB4B69-B818-48ED-B76F-E5C4480CCD7A}">
      <dgm:prSet/>
      <dgm:spPr/>
      <dgm:t>
        <a:bodyPr/>
        <a:lstStyle/>
        <a:p>
          <a:endParaRPr lang="en-US"/>
        </a:p>
      </dgm:t>
    </dgm:pt>
    <dgm:pt modelId="{CAAE9874-E88B-495F-8D8E-FF6A2ABBE210}" type="sibTrans" cxnId="{42BB4B69-B818-48ED-B76F-E5C4480CCD7A}">
      <dgm:prSet/>
      <dgm:spPr/>
      <dgm:t>
        <a:bodyPr/>
        <a:lstStyle/>
        <a:p>
          <a:endParaRPr lang="en-US"/>
        </a:p>
      </dgm:t>
    </dgm:pt>
    <dgm:pt modelId="{4AE2A6DE-04F0-49FC-8AAA-F0558F653F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Includes customer &amp; sales data</a:t>
          </a:r>
        </a:p>
      </dgm:t>
    </dgm:pt>
    <dgm:pt modelId="{54A6B2ED-900E-4102-91DB-5A9F222D3E47}" type="parTrans" cxnId="{70FB7995-3F5D-4DC6-82E3-31DCAEB0867C}">
      <dgm:prSet/>
      <dgm:spPr/>
      <dgm:t>
        <a:bodyPr/>
        <a:lstStyle/>
        <a:p>
          <a:endParaRPr lang="en-US"/>
        </a:p>
      </dgm:t>
    </dgm:pt>
    <dgm:pt modelId="{40A40714-26C0-4D03-8D19-74B671973872}" type="sibTrans" cxnId="{70FB7995-3F5D-4DC6-82E3-31DCAEB0867C}">
      <dgm:prSet/>
      <dgm:spPr/>
      <dgm:t>
        <a:bodyPr/>
        <a:lstStyle/>
        <a:p>
          <a:endParaRPr lang="en-US"/>
        </a:p>
      </dgm:t>
    </dgm:pt>
    <dgm:pt modelId="{D39CE910-17B6-4D5C-8F0E-73605DDDD7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 columns: Category, Total Sales, City</a:t>
          </a:r>
        </a:p>
      </dgm:t>
    </dgm:pt>
    <dgm:pt modelId="{CC1E1258-8712-4A9D-9DAC-B043FAC98F7A}" type="parTrans" cxnId="{25E23B6F-F539-4928-AABE-6023DD1E62DA}">
      <dgm:prSet/>
      <dgm:spPr/>
      <dgm:t>
        <a:bodyPr/>
        <a:lstStyle/>
        <a:p>
          <a:endParaRPr lang="en-US"/>
        </a:p>
      </dgm:t>
    </dgm:pt>
    <dgm:pt modelId="{BA75945D-606A-41D5-AA00-83A673ECE05C}" type="sibTrans" cxnId="{25E23B6F-F539-4928-AABE-6023DD1E62DA}">
      <dgm:prSet/>
      <dgm:spPr/>
      <dgm:t>
        <a:bodyPr/>
        <a:lstStyle/>
        <a:p>
          <a:endParaRPr lang="en-US"/>
        </a:p>
      </dgm:t>
    </dgm:pt>
    <dgm:pt modelId="{CE6E6A71-BE97-4D90-B710-7DA78F889225}" type="pres">
      <dgm:prSet presAssocID="{F209256D-1520-44DC-94FB-6CF16C0C39B1}" presName="root" presStyleCnt="0">
        <dgm:presLayoutVars>
          <dgm:dir/>
          <dgm:resizeHandles val="exact"/>
        </dgm:presLayoutVars>
      </dgm:prSet>
      <dgm:spPr/>
    </dgm:pt>
    <dgm:pt modelId="{0D780537-5739-40EA-AF00-42156EC56FF7}" type="pres">
      <dgm:prSet presAssocID="{84F61AA3-1F99-4D97-BB70-2246E212502E}" presName="compNode" presStyleCnt="0"/>
      <dgm:spPr/>
    </dgm:pt>
    <dgm:pt modelId="{9EED2710-B94E-4389-BCB6-D1BAE1D8042C}" type="pres">
      <dgm:prSet presAssocID="{84F61AA3-1F99-4D97-BB70-2246E212502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505B114-97F0-48D9-BEF5-27E60A4354C4}" type="pres">
      <dgm:prSet presAssocID="{84F61AA3-1F99-4D97-BB70-2246E212502E}" presName="spaceRect" presStyleCnt="0"/>
      <dgm:spPr/>
    </dgm:pt>
    <dgm:pt modelId="{45593D58-8EEB-4FB8-8151-C2AC95B1C1C0}" type="pres">
      <dgm:prSet presAssocID="{84F61AA3-1F99-4D97-BB70-2246E212502E}" presName="textRect" presStyleLbl="revTx" presStyleIdx="0" presStyleCnt="3">
        <dgm:presLayoutVars>
          <dgm:chMax val="1"/>
          <dgm:chPref val="1"/>
        </dgm:presLayoutVars>
      </dgm:prSet>
      <dgm:spPr/>
    </dgm:pt>
    <dgm:pt modelId="{8C8DF444-DE0A-4C5C-908E-1453B7818694}" type="pres">
      <dgm:prSet presAssocID="{CAAE9874-E88B-495F-8D8E-FF6A2ABBE210}" presName="sibTrans" presStyleCnt="0"/>
      <dgm:spPr/>
    </dgm:pt>
    <dgm:pt modelId="{99E90F7B-3FFF-45D7-A4E8-4D15B62B3B1A}" type="pres">
      <dgm:prSet presAssocID="{4AE2A6DE-04F0-49FC-8AAA-F0558F653F1F}" presName="compNode" presStyleCnt="0"/>
      <dgm:spPr/>
    </dgm:pt>
    <dgm:pt modelId="{F4BE6B68-D4C0-4F4D-9F84-4A9255E58133}" type="pres">
      <dgm:prSet presAssocID="{4AE2A6DE-04F0-49FC-8AAA-F0558F653F1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3BE3840-36BB-489C-AC7C-DB0300D48357}" type="pres">
      <dgm:prSet presAssocID="{4AE2A6DE-04F0-49FC-8AAA-F0558F653F1F}" presName="spaceRect" presStyleCnt="0"/>
      <dgm:spPr/>
    </dgm:pt>
    <dgm:pt modelId="{FEFF217E-0DBF-4E5C-BCC8-C05A22E8DD6B}" type="pres">
      <dgm:prSet presAssocID="{4AE2A6DE-04F0-49FC-8AAA-F0558F653F1F}" presName="textRect" presStyleLbl="revTx" presStyleIdx="1" presStyleCnt="3">
        <dgm:presLayoutVars>
          <dgm:chMax val="1"/>
          <dgm:chPref val="1"/>
        </dgm:presLayoutVars>
      </dgm:prSet>
      <dgm:spPr/>
    </dgm:pt>
    <dgm:pt modelId="{973522EE-10BD-4647-9F8B-71AC295C0A41}" type="pres">
      <dgm:prSet presAssocID="{40A40714-26C0-4D03-8D19-74B671973872}" presName="sibTrans" presStyleCnt="0"/>
      <dgm:spPr/>
    </dgm:pt>
    <dgm:pt modelId="{23565BC7-A8AE-4C4E-92D5-79C5711279D0}" type="pres">
      <dgm:prSet presAssocID="{D39CE910-17B6-4D5C-8F0E-73605DDDD715}" presName="compNode" presStyleCnt="0"/>
      <dgm:spPr/>
    </dgm:pt>
    <dgm:pt modelId="{E4419C7B-E496-4343-B22C-2BD27E40D562}" type="pres">
      <dgm:prSet presAssocID="{D39CE910-17B6-4D5C-8F0E-73605DDDD71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697AA112-4113-48B6-B4B3-1FD8A373D6EC}" type="pres">
      <dgm:prSet presAssocID="{D39CE910-17B6-4D5C-8F0E-73605DDDD715}" presName="spaceRect" presStyleCnt="0"/>
      <dgm:spPr/>
    </dgm:pt>
    <dgm:pt modelId="{2DF98C09-4F95-44E0-932D-D7F6394AA09C}" type="pres">
      <dgm:prSet presAssocID="{D39CE910-17B6-4D5C-8F0E-73605DDDD71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EEBC738-EEDB-41C4-9B66-F098D7954584}" type="presOf" srcId="{F209256D-1520-44DC-94FB-6CF16C0C39B1}" destId="{CE6E6A71-BE97-4D90-B710-7DA78F889225}" srcOrd="0" destOrd="0" presId="urn:microsoft.com/office/officeart/2018/2/layout/IconLabelList"/>
    <dgm:cxn modelId="{42BB4B69-B818-48ED-B76F-E5C4480CCD7A}" srcId="{F209256D-1520-44DC-94FB-6CF16C0C39B1}" destId="{84F61AA3-1F99-4D97-BB70-2246E212502E}" srcOrd="0" destOrd="0" parTransId="{5AAEEE3A-4EB3-4689-9634-49B85E5456EA}" sibTransId="{CAAE9874-E88B-495F-8D8E-FF6A2ABBE210}"/>
    <dgm:cxn modelId="{25E23B6F-F539-4928-AABE-6023DD1E62DA}" srcId="{F209256D-1520-44DC-94FB-6CF16C0C39B1}" destId="{D39CE910-17B6-4D5C-8F0E-73605DDDD715}" srcOrd="2" destOrd="0" parTransId="{CC1E1258-8712-4A9D-9DAC-B043FAC98F7A}" sibTransId="{BA75945D-606A-41D5-AA00-83A673ECE05C}"/>
    <dgm:cxn modelId="{E510EA74-4C91-40C0-AF9C-8C334EC6ACFD}" type="presOf" srcId="{D39CE910-17B6-4D5C-8F0E-73605DDDD715}" destId="{2DF98C09-4F95-44E0-932D-D7F6394AA09C}" srcOrd="0" destOrd="0" presId="urn:microsoft.com/office/officeart/2018/2/layout/IconLabelList"/>
    <dgm:cxn modelId="{70FB7995-3F5D-4DC6-82E3-31DCAEB0867C}" srcId="{F209256D-1520-44DC-94FB-6CF16C0C39B1}" destId="{4AE2A6DE-04F0-49FC-8AAA-F0558F653F1F}" srcOrd="1" destOrd="0" parTransId="{54A6B2ED-900E-4102-91DB-5A9F222D3E47}" sibTransId="{40A40714-26C0-4D03-8D19-74B671973872}"/>
    <dgm:cxn modelId="{188920CD-157A-4785-9C72-5EFC9265ECE1}" type="presOf" srcId="{4AE2A6DE-04F0-49FC-8AAA-F0558F653F1F}" destId="{FEFF217E-0DBF-4E5C-BCC8-C05A22E8DD6B}" srcOrd="0" destOrd="0" presId="urn:microsoft.com/office/officeart/2018/2/layout/IconLabelList"/>
    <dgm:cxn modelId="{3FB481F6-8891-41D5-904F-738D092553F9}" type="presOf" srcId="{84F61AA3-1F99-4D97-BB70-2246E212502E}" destId="{45593D58-8EEB-4FB8-8151-C2AC95B1C1C0}" srcOrd="0" destOrd="0" presId="urn:microsoft.com/office/officeart/2018/2/layout/IconLabelList"/>
    <dgm:cxn modelId="{4253CE93-5756-41C4-96BC-8950FDC232DF}" type="presParOf" srcId="{CE6E6A71-BE97-4D90-B710-7DA78F889225}" destId="{0D780537-5739-40EA-AF00-42156EC56FF7}" srcOrd="0" destOrd="0" presId="urn:microsoft.com/office/officeart/2018/2/layout/IconLabelList"/>
    <dgm:cxn modelId="{743D8699-F17E-4A34-B3F7-66A38A584C85}" type="presParOf" srcId="{0D780537-5739-40EA-AF00-42156EC56FF7}" destId="{9EED2710-B94E-4389-BCB6-D1BAE1D8042C}" srcOrd="0" destOrd="0" presId="urn:microsoft.com/office/officeart/2018/2/layout/IconLabelList"/>
    <dgm:cxn modelId="{0F49B83C-CC95-45BA-BC1D-3FEB1FE7C428}" type="presParOf" srcId="{0D780537-5739-40EA-AF00-42156EC56FF7}" destId="{9505B114-97F0-48D9-BEF5-27E60A4354C4}" srcOrd="1" destOrd="0" presId="urn:microsoft.com/office/officeart/2018/2/layout/IconLabelList"/>
    <dgm:cxn modelId="{AE93A0C5-E280-4C69-AF93-04F0957DC6C9}" type="presParOf" srcId="{0D780537-5739-40EA-AF00-42156EC56FF7}" destId="{45593D58-8EEB-4FB8-8151-C2AC95B1C1C0}" srcOrd="2" destOrd="0" presId="urn:microsoft.com/office/officeart/2018/2/layout/IconLabelList"/>
    <dgm:cxn modelId="{09D60526-0E99-4DBD-9F08-F701FA7AA569}" type="presParOf" srcId="{CE6E6A71-BE97-4D90-B710-7DA78F889225}" destId="{8C8DF444-DE0A-4C5C-908E-1453B7818694}" srcOrd="1" destOrd="0" presId="urn:microsoft.com/office/officeart/2018/2/layout/IconLabelList"/>
    <dgm:cxn modelId="{647C161B-8253-48FB-A398-65761DD7B808}" type="presParOf" srcId="{CE6E6A71-BE97-4D90-B710-7DA78F889225}" destId="{99E90F7B-3FFF-45D7-A4E8-4D15B62B3B1A}" srcOrd="2" destOrd="0" presId="urn:microsoft.com/office/officeart/2018/2/layout/IconLabelList"/>
    <dgm:cxn modelId="{43AE5F7E-F0BC-497E-AC28-6B14B32B5B73}" type="presParOf" srcId="{99E90F7B-3FFF-45D7-A4E8-4D15B62B3B1A}" destId="{F4BE6B68-D4C0-4F4D-9F84-4A9255E58133}" srcOrd="0" destOrd="0" presId="urn:microsoft.com/office/officeart/2018/2/layout/IconLabelList"/>
    <dgm:cxn modelId="{F9941E99-7F70-49EE-B90E-B128C7D381AB}" type="presParOf" srcId="{99E90F7B-3FFF-45D7-A4E8-4D15B62B3B1A}" destId="{A3BE3840-36BB-489C-AC7C-DB0300D48357}" srcOrd="1" destOrd="0" presId="urn:microsoft.com/office/officeart/2018/2/layout/IconLabelList"/>
    <dgm:cxn modelId="{97AF4E30-C5FD-41AA-B410-C51C8A337BD7}" type="presParOf" srcId="{99E90F7B-3FFF-45D7-A4E8-4D15B62B3B1A}" destId="{FEFF217E-0DBF-4E5C-BCC8-C05A22E8DD6B}" srcOrd="2" destOrd="0" presId="urn:microsoft.com/office/officeart/2018/2/layout/IconLabelList"/>
    <dgm:cxn modelId="{16F7DDBD-5495-4DD0-A476-712D393444A3}" type="presParOf" srcId="{CE6E6A71-BE97-4D90-B710-7DA78F889225}" destId="{973522EE-10BD-4647-9F8B-71AC295C0A41}" srcOrd="3" destOrd="0" presId="urn:microsoft.com/office/officeart/2018/2/layout/IconLabelList"/>
    <dgm:cxn modelId="{77D5EDDE-8C60-49BC-B8AC-218E7BFA38BD}" type="presParOf" srcId="{CE6E6A71-BE97-4D90-B710-7DA78F889225}" destId="{23565BC7-A8AE-4C4E-92D5-79C5711279D0}" srcOrd="4" destOrd="0" presId="urn:microsoft.com/office/officeart/2018/2/layout/IconLabelList"/>
    <dgm:cxn modelId="{E0B7CA86-1E8E-44CE-9F3B-B79B2492BA74}" type="presParOf" srcId="{23565BC7-A8AE-4C4E-92D5-79C5711279D0}" destId="{E4419C7B-E496-4343-B22C-2BD27E40D562}" srcOrd="0" destOrd="0" presId="urn:microsoft.com/office/officeart/2018/2/layout/IconLabelList"/>
    <dgm:cxn modelId="{EE31A8F9-5FA5-4F88-A5A4-D15E615C2D0C}" type="presParOf" srcId="{23565BC7-A8AE-4C4E-92D5-79C5711279D0}" destId="{697AA112-4113-48B6-B4B3-1FD8A373D6EC}" srcOrd="1" destOrd="0" presId="urn:microsoft.com/office/officeart/2018/2/layout/IconLabelList"/>
    <dgm:cxn modelId="{45A85D4A-287E-457F-95D8-21C0F2F6D2FE}" type="presParOf" srcId="{23565BC7-A8AE-4C4E-92D5-79C5711279D0}" destId="{2DF98C09-4F95-44E0-932D-D7F6394AA09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9B9626D-E605-422F-8102-5FD9AC1BAF0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37DBD38-B263-4860-AE11-A12E74BC722F}">
      <dgm:prSet/>
      <dgm:spPr/>
      <dgm:t>
        <a:bodyPr/>
        <a:lstStyle/>
        <a:p>
          <a:r>
            <a:rPr lang="en-US"/>
            <a:t>Sales vary across categories</a:t>
          </a:r>
        </a:p>
      </dgm:t>
    </dgm:pt>
    <dgm:pt modelId="{77765E0D-0094-43A8-A16A-923051ECD1EB}" type="parTrans" cxnId="{D5162CC6-68DD-4A56-BCC6-6E593D37179F}">
      <dgm:prSet/>
      <dgm:spPr/>
      <dgm:t>
        <a:bodyPr/>
        <a:lstStyle/>
        <a:p>
          <a:endParaRPr lang="en-US"/>
        </a:p>
      </dgm:t>
    </dgm:pt>
    <dgm:pt modelId="{3318A9FF-6D1B-4D98-8CEE-00CFC00E71F9}" type="sibTrans" cxnId="{D5162CC6-68DD-4A56-BCC6-6E593D37179F}">
      <dgm:prSet/>
      <dgm:spPr/>
      <dgm:t>
        <a:bodyPr/>
        <a:lstStyle/>
        <a:p>
          <a:endParaRPr lang="en-US"/>
        </a:p>
      </dgm:t>
    </dgm:pt>
    <dgm:pt modelId="{D998E638-55C5-4A3F-A7DD-848C0CBAB938}">
      <dgm:prSet/>
      <dgm:spPr/>
      <dgm:t>
        <a:bodyPr/>
        <a:lstStyle/>
        <a:p>
          <a:r>
            <a:rPr lang="en-US"/>
            <a:t>Electronics has highest transactions</a:t>
          </a:r>
        </a:p>
      </dgm:t>
    </dgm:pt>
    <dgm:pt modelId="{09F24956-DE8D-45B7-8B26-2A6C8190CE9C}" type="parTrans" cxnId="{007D13F6-D0D7-48F5-AD3E-C83D94E353C0}">
      <dgm:prSet/>
      <dgm:spPr/>
      <dgm:t>
        <a:bodyPr/>
        <a:lstStyle/>
        <a:p>
          <a:endParaRPr lang="en-US"/>
        </a:p>
      </dgm:t>
    </dgm:pt>
    <dgm:pt modelId="{2822AEC0-1DDB-48C6-9979-8B4FD9BE60DD}" type="sibTrans" cxnId="{007D13F6-D0D7-48F5-AD3E-C83D94E353C0}">
      <dgm:prSet/>
      <dgm:spPr/>
      <dgm:t>
        <a:bodyPr/>
        <a:lstStyle/>
        <a:p>
          <a:endParaRPr lang="en-US"/>
        </a:p>
      </dgm:t>
    </dgm:pt>
    <dgm:pt modelId="{5D7B8762-3215-485C-8D1E-B2D2E4390FA3}">
      <dgm:prSet/>
      <dgm:spPr/>
      <dgm:t>
        <a:bodyPr/>
        <a:lstStyle/>
        <a:p>
          <a:r>
            <a:rPr lang="en-US"/>
            <a:t>Customer behavior varies</a:t>
          </a:r>
        </a:p>
      </dgm:t>
    </dgm:pt>
    <dgm:pt modelId="{129E542B-713F-4E14-AF09-AEAC1D6DEC0C}" type="parTrans" cxnId="{FD94632E-0DCF-4079-848E-F9638261CB1E}">
      <dgm:prSet/>
      <dgm:spPr/>
      <dgm:t>
        <a:bodyPr/>
        <a:lstStyle/>
        <a:p>
          <a:endParaRPr lang="en-US"/>
        </a:p>
      </dgm:t>
    </dgm:pt>
    <dgm:pt modelId="{7697092A-8858-4765-9D3A-A59813BE4E49}" type="sibTrans" cxnId="{FD94632E-0DCF-4079-848E-F9638261CB1E}">
      <dgm:prSet/>
      <dgm:spPr/>
      <dgm:t>
        <a:bodyPr/>
        <a:lstStyle/>
        <a:p>
          <a:endParaRPr lang="en-US"/>
        </a:p>
      </dgm:t>
    </dgm:pt>
    <dgm:pt modelId="{56BB087D-B3B3-430C-BB34-8806E258F738}" type="pres">
      <dgm:prSet presAssocID="{E9B9626D-E605-422F-8102-5FD9AC1BAF0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7FDE4F6-1F86-47B2-8CB2-18D8540C0351}" type="pres">
      <dgm:prSet presAssocID="{A37DBD38-B263-4860-AE11-A12E74BC722F}" presName="hierRoot1" presStyleCnt="0"/>
      <dgm:spPr/>
    </dgm:pt>
    <dgm:pt modelId="{F49A51BC-C06E-4338-B351-C9A5161E21D0}" type="pres">
      <dgm:prSet presAssocID="{A37DBD38-B263-4860-AE11-A12E74BC722F}" presName="composite" presStyleCnt="0"/>
      <dgm:spPr/>
    </dgm:pt>
    <dgm:pt modelId="{058B8E02-26ED-407C-A4A2-3F01CFFC6080}" type="pres">
      <dgm:prSet presAssocID="{A37DBD38-B263-4860-AE11-A12E74BC722F}" presName="background" presStyleLbl="node0" presStyleIdx="0" presStyleCnt="3"/>
      <dgm:spPr/>
    </dgm:pt>
    <dgm:pt modelId="{C0C0E2BB-3300-42CA-B3A9-5745DD9A1E10}" type="pres">
      <dgm:prSet presAssocID="{A37DBD38-B263-4860-AE11-A12E74BC722F}" presName="text" presStyleLbl="fgAcc0" presStyleIdx="0" presStyleCnt="3">
        <dgm:presLayoutVars>
          <dgm:chPref val="3"/>
        </dgm:presLayoutVars>
      </dgm:prSet>
      <dgm:spPr/>
    </dgm:pt>
    <dgm:pt modelId="{FD667894-AC6A-41C8-B14E-E638FE9EC7E0}" type="pres">
      <dgm:prSet presAssocID="{A37DBD38-B263-4860-AE11-A12E74BC722F}" presName="hierChild2" presStyleCnt="0"/>
      <dgm:spPr/>
    </dgm:pt>
    <dgm:pt modelId="{444FA22D-10A1-4B26-A2AF-6914C39F3D32}" type="pres">
      <dgm:prSet presAssocID="{D998E638-55C5-4A3F-A7DD-848C0CBAB938}" presName="hierRoot1" presStyleCnt="0"/>
      <dgm:spPr/>
    </dgm:pt>
    <dgm:pt modelId="{10180861-C957-4008-A576-E1D53E7570E3}" type="pres">
      <dgm:prSet presAssocID="{D998E638-55C5-4A3F-A7DD-848C0CBAB938}" presName="composite" presStyleCnt="0"/>
      <dgm:spPr/>
    </dgm:pt>
    <dgm:pt modelId="{C65F5C5E-F1D5-4EEF-B34E-B13DF82BD847}" type="pres">
      <dgm:prSet presAssocID="{D998E638-55C5-4A3F-A7DD-848C0CBAB938}" presName="background" presStyleLbl="node0" presStyleIdx="1" presStyleCnt="3"/>
      <dgm:spPr/>
    </dgm:pt>
    <dgm:pt modelId="{82C040D8-BE74-47A9-A0C3-2F5CB81D9575}" type="pres">
      <dgm:prSet presAssocID="{D998E638-55C5-4A3F-A7DD-848C0CBAB938}" presName="text" presStyleLbl="fgAcc0" presStyleIdx="1" presStyleCnt="3">
        <dgm:presLayoutVars>
          <dgm:chPref val="3"/>
        </dgm:presLayoutVars>
      </dgm:prSet>
      <dgm:spPr/>
    </dgm:pt>
    <dgm:pt modelId="{04F123DD-5773-454C-9F2B-F8B739E3EE8B}" type="pres">
      <dgm:prSet presAssocID="{D998E638-55C5-4A3F-A7DD-848C0CBAB938}" presName="hierChild2" presStyleCnt="0"/>
      <dgm:spPr/>
    </dgm:pt>
    <dgm:pt modelId="{A8E85D61-06EB-488E-95FE-58FABC15E37C}" type="pres">
      <dgm:prSet presAssocID="{5D7B8762-3215-485C-8D1E-B2D2E4390FA3}" presName="hierRoot1" presStyleCnt="0"/>
      <dgm:spPr/>
    </dgm:pt>
    <dgm:pt modelId="{3F1248DA-3E52-4A4F-9326-025B92DD7886}" type="pres">
      <dgm:prSet presAssocID="{5D7B8762-3215-485C-8D1E-B2D2E4390FA3}" presName="composite" presStyleCnt="0"/>
      <dgm:spPr/>
    </dgm:pt>
    <dgm:pt modelId="{2B4438E7-ADBB-4CE1-B3E0-1B93630DABCA}" type="pres">
      <dgm:prSet presAssocID="{5D7B8762-3215-485C-8D1E-B2D2E4390FA3}" presName="background" presStyleLbl="node0" presStyleIdx="2" presStyleCnt="3"/>
      <dgm:spPr/>
    </dgm:pt>
    <dgm:pt modelId="{EAF8D90C-0604-411D-A415-EA78CF92BEA7}" type="pres">
      <dgm:prSet presAssocID="{5D7B8762-3215-485C-8D1E-B2D2E4390FA3}" presName="text" presStyleLbl="fgAcc0" presStyleIdx="2" presStyleCnt="3">
        <dgm:presLayoutVars>
          <dgm:chPref val="3"/>
        </dgm:presLayoutVars>
      </dgm:prSet>
      <dgm:spPr/>
    </dgm:pt>
    <dgm:pt modelId="{688D59EF-D839-4781-B7E7-B9C795429414}" type="pres">
      <dgm:prSet presAssocID="{5D7B8762-3215-485C-8D1E-B2D2E4390FA3}" presName="hierChild2" presStyleCnt="0"/>
      <dgm:spPr/>
    </dgm:pt>
  </dgm:ptLst>
  <dgm:cxnLst>
    <dgm:cxn modelId="{81D62D14-7B74-436C-9D15-9C64C60170DB}" type="presOf" srcId="{E9B9626D-E605-422F-8102-5FD9AC1BAF08}" destId="{56BB087D-B3B3-430C-BB34-8806E258F738}" srcOrd="0" destOrd="0" presId="urn:microsoft.com/office/officeart/2005/8/layout/hierarchy1"/>
    <dgm:cxn modelId="{FD94632E-0DCF-4079-848E-F9638261CB1E}" srcId="{E9B9626D-E605-422F-8102-5FD9AC1BAF08}" destId="{5D7B8762-3215-485C-8D1E-B2D2E4390FA3}" srcOrd="2" destOrd="0" parTransId="{129E542B-713F-4E14-AF09-AEAC1D6DEC0C}" sibTransId="{7697092A-8858-4765-9D3A-A59813BE4E49}"/>
    <dgm:cxn modelId="{4C21F435-215B-4841-AF5A-91C3963BBB73}" type="presOf" srcId="{D998E638-55C5-4A3F-A7DD-848C0CBAB938}" destId="{82C040D8-BE74-47A9-A0C3-2F5CB81D9575}" srcOrd="0" destOrd="0" presId="urn:microsoft.com/office/officeart/2005/8/layout/hierarchy1"/>
    <dgm:cxn modelId="{9B8A0253-1C57-4633-A285-BCD74B520E05}" type="presOf" srcId="{A37DBD38-B263-4860-AE11-A12E74BC722F}" destId="{C0C0E2BB-3300-42CA-B3A9-5745DD9A1E10}" srcOrd="0" destOrd="0" presId="urn:microsoft.com/office/officeart/2005/8/layout/hierarchy1"/>
    <dgm:cxn modelId="{E5A303A8-FD36-4762-8070-387CF28D2648}" type="presOf" srcId="{5D7B8762-3215-485C-8D1E-B2D2E4390FA3}" destId="{EAF8D90C-0604-411D-A415-EA78CF92BEA7}" srcOrd="0" destOrd="0" presId="urn:microsoft.com/office/officeart/2005/8/layout/hierarchy1"/>
    <dgm:cxn modelId="{D5162CC6-68DD-4A56-BCC6-6E593D37179F}" srcId="{E9B9626D-E605-422F-8102-5FD9AC1BAF08}" destId="{A37DBD38-B263-4860-AE11-A12E74BC722F}" srcOrd="0" destOrd="0" parTransId="{77765E0D-0094-43A8-A16A-923051ECD1EB}" sibTransId="{3318A9FF-6D1B-4D98-8CEE-00CFC00E71F9}"/>
    <dgm:cxn modelId="{007D13F6-D0D7-48F5-AD3E-C83D94E353C0}" srcId="{E9B9626D-E605-422F-8102-5FD9AC1BAF08}" destId="{D998E638-55C5-4A3F-A7DD-848C0CBAB938}" srcOrd="1" destOrd="0" parTransId="{09F24956-DE8D-45B7-8B26-2A6C8190CE9C}" sibTransId="{2822AEC0-1DDB-48C6-9979-8B4FD9BE60DD}"/>
    <dgm:cxn modelId="{DABB904F-1A79-479B-8071-4E5DB926B8D7}" type="presParOf" srcId="{56BB087D-B3B3-430C-BB34-8806E258F738}" destId="{87FDE4F6-1F86-47B2-8CB2-18D8540C0351}" srcOrd="0" destOrd="0" presId="urn:microsoft.com/office/officeart/2005/8/layout/hierarchy1"/>
    <dgm:cxn modelId="{9A90EF01-3105-4422-89C9-06CAA56BF08E}" type="presParOf" srcId="{87FDE4F6-1F86-47B2-8CB2-18D8540C0351}" destId="{F49A51BC-C06E-4338-B351-C9A5161E21D0}" srcOrd="0" destOrd="0" presId="urn:microsoft.com/office/officeart/2005/8/layout/hierarchy1"/>
    <dgm:cxn modelId="{529134A8-DB77-4462-AF1F-C2A74EEDC55D}" type="presParOf" srcId="{F49A51BC-C06E-4338-B351-C9A5161E21D0}" destId="{058B8E02-26ED-407C-A4A2-3F01CFFC6080}" srcOrd="0" destOrd="0" presId="urn:microsoft.com/office/officeart/2005/8/layout/hierarchy1"/>
    <dgm:cxn modelId="{EE4DE2B4-AD96-4D81-AA2D-EA9E03E9CDE9}" type="presParOf" srcId="{F49A51BC-C06E-4338-B351-C9A5161E21D0}" destId="{C0C0E2BB-3300-42CA-B3A9-5745DD9A1E10}" srcOrd="1" destOrd="0" presId="urn:microsoft.com/office/officeart/2005/8/layout/hierarchy1"/>
    <dgm:cxn modelId="{58CDD2BA-52B7-4457-9338-E874374339D8}" type="presParOf" srcId="{87FDE4F6-1F86-47B2-8CB2-18D8540C0351}" destId="{FD667894-AC6A-41C8-B14E-E638FE9EC7E0}" srcOrd="1" destOrd="0" presId="urn:microsoft.com/office/officeart/2005/8/layout/hierarchy1"/>
    <dgm:cxn modelId="{ED9DCE81-34BC-4159-B8D2-F0F6F1B415A0}" type="presParOf" srcId="{56BB087D-B3B3-430C-BB34-8806E258F738}" destId="{444FA22D-10A1-4B26-A2AF-6914C39F3D32}" srcOrd="1" destOrd="0" presId="urn:microsoft.com/office/officeart/2005/8/layout/hierarchy1"/>
    <dgm:cxn modelId="{C0307EF9-40CD-4C3A-BEDE-4BB32E4B604E}" type="presParOf" srcId="{444FA22D-10A1-4B26-A2AF-6914C39F3D32}" destId="{10180861-C957-4008-A576-E1D53E7570E3}" srcOrd="0" destOrd="0" presId="urn:microsoft.com/office/officeart/2005/8/layout/hierarchy1"/>
    <dgm:cxn modelId="{5152D817-894E-4BCB-BE3B-87857AE7DDA5}" type="presParOf" srcId="{10180861-C957-4008-A576-E1D53E7570E3}" destId="{C65F5C5E-F1D5-4EEF-B34E-B13DF82BD847}" srcOrd="0" destOrd="0" presId="urn:microsoft.com/office/officeart/2005/8/layout/hierarchy1"/>
    <dgm:cxn modelId="{C1592299-3356-49A6-B358-0F9587AF58B5}" type="presParOf" srcId="{10180861-C957-4008-A576-E1D53E7570E3}" destId="{82C040D8-BE74-47A9-A0C3-2F5CB81D9575}" srcOrd="1" destOrd="0" presId="urn:microsoft.com/office/officeart/2005/8/layout/hierarchy1"/>
    <dgm:cxn modelId="{E4E07054-C92D-426C-840B-091E85949646}" type="presParOf" srcId="{444FA22D-10A1-4B26-A2AF-6914C39F3D32}" destId="{04F123DD-5773-454C-9F2B-F8B739E3EE8B}" srcOrd="1" destOrd="0" presId="urn:microsoft.com/office/officeart/2005/8/layout/hierarchy1"/>
    <dgm:cxn modelId="{469E467D-E930-4C1C-9161-B652276FC7BA}" type="presParOf" srcId="{56BB087D-B3B3-430C-BB34-8806E258F738}" destId="{A8E85D61-06EB-488E-95FE-58FABC15E37C}" srcOrd="2" destOrd="0" presId="urn:microsoft.com/office/officeart/2005/8/layout/hierarchy1"/>
    <dgm:cxn modelId="{077B76BF-559E-4F73-AF3B-53DC68948582}" type="presParOf" srcId="{A8E85D61-06EB-488E-95FE-58FABC15E37C}" destId="{3F1248DA-3E52-4A4F-9326-025B92DD7886}" srcOrd="0" destOrd="0" presId="urn:microsoft.com/office/officeart/2005/8/layout/hierarchy1"/>
    <dgm:cxn modelId="{10157A7F-5731-4B8A-B3E2-5210A1492D6B}" type="presParOf" srcId="{3F1248DA-3E52-4A4F-9326-025B92DD7886}" destId="{2B4438E7-ADBB-4CE1-B3E0-1B93630DABCA}" srcOrd="0" destOrd="0" presId="urn:microsoft.com/office/officeart/2005/8/layout/hierarchy1"/>
    <dgm:cxn modelId="{DE9D36C5-C483-41C1-B74C-D436E625FD97}" type="presParOf" srcId="{3F1248DA-3E52-4A4F-9326-025B92DD7886}" destId="{EAF8D90C-0604-411D-A415-EA78CF92BEA7}" srcOrd="1" destOrd="0" presId="urn:microsoft.com/office/officeart/2005/8/layout/hierarchy1"/>
    <dgm:cxn modelId="{94EC959C-DB08-453E-9C3F-CF1CB03BF629}" type="presParOf" srcId="{A8E85D61-06EB-488E-95FE-58FABC15E37C}" destId="{688D59EF-D839-4781-B7E7-B9C79542941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910AA34-A8D0-4F19-9F44-4A8D7B86D7A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DF395B9-E371-4E28-B7F1-16D8F4EB974F}">
      <dgm:prSet/>
      <dgm:spPr/>
      <dgm:t>
        <a:bodyPr/>
        <a:lstStyle/>
        <a:p>
          <a:r>
            <a:rPr lang="en-US"/>
            <a:t>H0: No significant difference</a:t>
          </a:r>
        </a:p>
      </dgm:t>
    </dgm:pt>
    <dgm:pt modelId="{939C199D-456A-453E-8FF2-4485A7559DCD}" type="parTrans" cxnId="{7B3746F7-EFEC-45D3-A9AF-C28C53C97887}">
      <dgm:prSet/>
      <dgm:spPr/>
      <dgm:t>
        <a:bodyPr/>
        <a:lstStyle/>
        <a:p>
          <a:endParaRPr lang="en-US"/>
        </a:p>
      </dgm:t>
    </dgm:pt>
    <dgm:pt modelId="{B99E111A-C86D-4FCE-A830-B39224344024}" type="sibTrans" cxnId="{7B3746F7-EFEC-45D3-A9AF-C28C53C97887}">
      <dgm:prSet/>
      <dgm:spPr/>
      <dgm:t>
        <a:bodyPr/>
        <a:lstStyle/>
        <a:p>
          <a:endParaRPr lang="en-US"/>
        </a:p>
      </dgm:t>
    </dgm:pt>
    <dgm:pt modelId="{2F156082-2115-40FF-B9A3-0CC10CE3E3D4}">
      <dgm:prSet/>
      <dgm:spPr/>
      <dgm:t>
        <a:bodyPr/>
        <a:lstStyle/>
        <a:p>
          <a:r>
            <a:rPr lang="en-US"/>
            <a:t>H1: Significant difference</a:t>
          </a:r>
        </a:p>
      </dgm:t>
    </dgm:pt>
    <dgm:pt modelId="{4E63B1D3-AC25-48D1-B63F-D10DAE631D48}" type="parTrans" cxnId="{EA0EE72C-C8B3-41F3-86FE-A2A3BC4F607A}">
      <dgm:prSet/>
      <dgm:spPr/>
      <dgm:t>
        <a:bodyPr/>
        <a:lstStyle/>
        <a:p>
          <a:endParaRPr lang="en-US"/>
        </a:p>
      </dgm:t>
    </dgm:pt>
    <dgm:pt modelId="{B55182D4-D019-4645-B7E8-B116900EBD53}" type="sibTrans" cxnId="{EA0EE72C-C8B3-41F3-86FE-A2A3BC4F607A}">
      <dgm:prSet/>
      <dgm:spPr/>
      <dgm:t>
        <a:bodyPr/>
        <a:lstStyle/>
        <a:p>
          <a:endParaRPr lang="en-US"/>
        </a:p>
      </dgm:t>
    </dgm:pt>
    <dgm:pt modelId="{F02ECD4F-ED65-4CCD-A16D-0E42047EB628}">
      <dgm:prSet/>
      <dgm:spPr/>
      <dgm:t>
        <a:bodyPr/>
        <a:lstStyle/>
        <a:p>
          <a:r>
            <a:rPr lang="en-US"/>
            <a:t>Test: T-Test</a:t>
          </a:r>
        </a:p>
      </dgm:t>
    </dgm:pt>
    <dgm:pt modelId="{6E12FF09-5712-4A2A-941A-BBE9492B9E87}" type="parTrans" cxnId="{FCFDEF73-9967-408C-9822-0F261E093580}">
      <dgm:prSet/>
      <dgm:spPr/>
      <dgm:t>
        <a:bodyPr/>
        <a:lstStyle/>
        <a:p>
          <a:endParaRPr lang="en-US"/>
        </a:p>
      </dgm:t>
    </dgm:pt>
    <dgm:pt modelId="{0FE5070A-D8E7-4BA1-A5C0-C136E2CBFB2B}" type="sibTrans" cxnId="{FCFDEF73-9967-408C-9822-0F261E093580}">
      <dgm:prSet/>
      <dgm:spPr/>
      <dgm:t>
        <a:bodyPr/>
        <a:lstStyle/>
        <a:p>
          <a:endParaRPr lang="en-US"/>
        </a:p>
      </dgm:t>
    </dgm:pt>
    <dgm:pt modelId="{82FC6D92-B607-4695-B88A-94FF46600F89}" type="pres">
      <dgm:prSet presAssocID="{4910AA34-A8D0-4F19-9F44-4A8D7B86D7A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B66671C-123E-44E9-B5F0-A4AA72DDCF23}" type="pres">
      <dgm:prSet presAssocID="{0DF395B9-E371-4E28-B7F1-16D8F4EB974F}" presName="hierRoot1" presStyleCnt="0"/>
      <dgm:spPr/>
    </dgm:pt>
    <dgm:pt modelId="{1259E408-4FF0-4393-A891-FF8138A73670}" type="pres">
      <dgm:prSet presAssocID="{0DF395B9-E371-4E28-B7F1-16D8F4EB974F}" presName="composite" presStyleCnt="0"/>
      <dgm:spPr/>
    </dgm:pt>
    <dgm:pt modelId="{801B8364-4168-41F2-89D6-53321DB66AF7}" type="pres">
      <dgm:prSet presAssocID="{0DF395B9-E371-4E28-B7F1-16D8F4EB974F}" presName="background" presStyleLbl="node0" presStyleIdx="0" presStyleCnt="3"/>
      <dgm:spPr/>
    </dgm:pt>
    <dgm:pt modelId="{C2117722-EF25-4CBB-9955-27436A155F8D}" type="pres">
      <dgm:prSet presAssocID="{0DF395B9-E371-4E28-B7F1-16D8F4EB974F}" presName="text" presStyleLbl="fgAcc0" presStyleIdx="0" presStyleCnt="3">
        <dgm:presLayoutVars>
          <dgm:chPref val="3"/>
        </dgm:presLayoutVars>
      </dgm:prSet>
      <dgm:spPr/>
    </dgm:pt>
    <dgm:pt modelId="{382A7FB5-C51E-40A3-8445-D70FB18F347F}" type="pres">
      <dgm:prSet presAssocID="{0DF395B9-E371-4E28-B7F1-16D8F4EB974F}" presName="hierChild2" presStyleCnt="0"/>
      <dgm:spPr/>
    </dgm:pt>
    <dgm:pt modelId="{4D3C7A87-50EE-4F50-BA52-916D6D1F3BBF}" type="pres">
      <dgm:prSet presAssocID="{2F156082-2115-40FF-B9A3-0CC10CE3E3D4}" presName="hierRoot1" presStyleCnt="0"/>
      <dgm:spPr/>
    </dgm:pt>
    <dgm:pt modelId="{0E85E5E9-84D8-4233-89C1-EDFC8B776EC0}" type="pres">
      <dgm:prSet presAssocID="{2F156082-2115-40FF-B9A3-0CC10CE3E3D4}" presName="composite" presStyleCnt="0"/>
      <dgm:spPr/>
    </dgm:pt>
    <dgm:pt modelId="{5FA087AB-D8E9-4A2E-95E0-6A2AE9A61E28}" type="pres">
      <dgm:prSet presAssocID="{2F156082-2115-40FF-B9A3-0CC10CE3E3D4}" presName="background" presStyleLbl="node0" presStyleIdx="1" presStyleCnt="3"/>
      <dgm:spPr/>
    </dgm:pt>
    <dgm:pt modelId="{D382024E-8B86-4C17-A705-633D2D9504A1}" type="pres">
      <dgm:prSet presAssocID="{2F156082-2115-40FF-B9A3-0CC10CE3E3D4}" presName="text" presStyleLbl="fgAcc0" presStyleIdx="1" presStyleCnt="3">
        <dgm:presLayoutVars>
          <dgm:chPref val="3"/>
        </dgm:presLayoutVars>
      </dgm:prSet>
      <dgm:spPr/>
    </dgm:pt>
    <dgm:pt modelId="{14B495A5-F949-495A-8A72-0802AD7EDF50}" type="pres">
      <dgm:prSet presAssocID="{2F156082-2115-40FF-B9A3-0CC10CE3E3D4}" presName="hierChild2" presStyleCnt="0"/>
      <dgm:spPr/>
    </dgm:pt>
    <dgm:pt modelId="{3C282793-5918-4C87-AD10-5BB935A3F3FB}" type="pres">
      <dgm:prSet presAssocID="{F02ECD4F-ED65-4CCD-A16D-0E42047EB628}" presName="hierRoot1" presStyleCnt="0"/>
      <dgm:spPr/>
    </dgm:pt>
    <dgm:pt modelId="{4B85857B-B152-49F5-93B0-9463EBB2A822}" type="pres">
      <dgm:prSet presAssocID="{F02ECD4F-ED65-4CCD-A16D-0E42047EB628}" presName="composite" presStyleCnt="0"/>
      <dgm:spPr/>
    </dgm:pt>
    <dgm:pt modelId="{0ED551BB-DABF-465F-90EB-A3B111C0EA25}" type="pres">
      <dgm:prSet presAssocID="{F02ECD4F-ED65-4CCD-A16D-0E42047EB628}" presName="background" presStyleLbl="node0" presStyleIdx="2" presStyleCnt="3"/>
      <dgm:spPr/>
    </dgm:pt>
    <dgm:pt modelId="{C0E72238-16D6-4B53-9BD8-5CD034979651}" type="pres">
      <dgm:prSet presAssocID="{F02ECD4F-ED65-4CCD-A16D-0E42047EB628}" presName="text" presStyleLbl="fgAcc0" presStyleIdx="2" presStyleCnt="3">
        <dgm:presLayoutVars>
          <dgm:chPref val="3"/>
        </dgm:presLayoutVars>
      </dgm:prSet>
      <dgm:spPr/>
    </dgm:pt>
    <dgm:pt modelId="{184EFA32-AA9F-4C48-905F-8EDB878EF381}" type="pres">
      <dgm:prSet presAssocID="{F02ECD4F-ED65-4CCD-A16D-0E42047EB628}" presName="hierChild2" presStyleCnt="0"/>
      <dgm:spPr/>
    </dgm:pt>
  </dgm:ptLst>
  <dgm:cxnLst>
    <dgm:cxn modelId="{EA0EE72C-C8B3-41F3-86FE-A2A3BC4F607A}" srcId="{4910AA34-A8D0-4F19-9F44-4A8D7B86D7A3}" destId="{2F156082-2115-40FF-B9A3-0CC10CE3E3D4}" srcOrd="1" destOrd="0" parTransId="{4E63B1D3-AC25-48D1-B63F-D10DAE631D48}" sibTransId="{B55182D4-D019-4645-B7E8-B116900EBD53}"/>
    <dgm:cxn modelId="{961DF242-8A42-42B1-9E7B-55ABFAFBCC2B}" type="presOf" srcId="{4910AA34-A8D0-4F19-9F44-4A8D7B86D7A3}" destId="{82FC6D92-B607-4695-B88A-94FF46600F89}" srcOrd="0" destOrd="0" presId="urn:microsoft.com/office/officeart/2005/8/layout/hierarchy1"/>
    <dgm:cxn modelId="{FCFDEF73-9967-408C-9822-0F261E093580}" srcId="{4910AA34-A8D0-4F19-9F44-4A8D7B86D7A3}" destId="{F02ECD4F-ED65-4CCD-A16D-0E42047EB628}" srcOrd="2" destOrd="0" parTransId="{6E12FF09-5712-4A2A-941A-BBE9492B9E87}" sibTransId="{0FE5070A-D8E7-4BA1-A5C0-C136E2CBFB2B}"/>
    <dgm:cxn modelId="{2255147A-8C54-4493-81E7-D505B4275C8A}" type="presOf" srcId="{0DF395B9-E371-4E28-B7F1-16D8F4EB974F}" destId="{C2117722-EF25-4CBB-9955-27436A155F8D}" srcOrd="0" destOrd="0" presId="urn:microsoft.com/office/officeart/2005/8/layout/hierarchy1"/>
    <dgm:cxn modelId="{FA191B8B-B673-402A-A47E-C91C1C13BEFA}" type="presOf" srcId="{F02ECD4F-ED65-4CCD-A16D-0E42047EB628}" destId="{C0E72238-16D6-4B53-9BD8-5CD034979651}" srcOrd="0" destOrd="0" presId="urn:microsoft.com/office/officeart/2005/8/layout/hierarchy1"/>
    <dgm:cxn modelId="{49B8C7A7-CAC1-4077-B48B-EA3DD3E9F600}" type="presOf" srcId="{2F156082-2115-40FF-B9A3-0CC10CE3E3D4}" destId="{D382024E-8B86-4C17-A705-633D2D9504A1}" srcOrd="0" destOrd="0" presId="urn:microsoft.com/office/officeart/2005/8/layout/hierarchy1"/>
    <dgm:cxn modelId="{7B3746F7-EFEC-45D3-A9AF-C28C53C97887}" srcId="{4910AA34-A8D0-4F19-9F44-4A8D7B86D7A3}" destId="{0DF395B9-E371-4E28-B7F1-16D8F4EB974F}" srcOrd="0" destOrd="0" parTransId="{939C199D-456A-453E-8FF2-4485A7559DCD}" sibTransId="{B99E111A-C86D-4FCE-A830-B39224344024}"/>
    <dgm:cxn modelId="{38B5A7B6-D486-4C1C-85CE-89D2B5EBAF7F}" type="presParOf" srcId="{82FC6D92-B607-4695-B88A-94FF46600F89}" destId="{9B66671C-123E-44E9-B5F0-A4AA72DDCF23}" srcOrd="0" destOrd="0" presId="urn:microsoft.com/office/officeart/2005/8/layout/hierarchy1"/>
    <dgm:cxn modelId="{4E51326E-A2FD-4250-81A9-39B2C7A479BC}" type="presParOf" srcId="{9B66671C-123E-44E9-B5F0-A4AA72DDCF23}" destId="{1259E408-4FF0-4393-A891-FF8138A73670}" srcOrd="0" destOrd="0" presId="urn:microsoft.com/office/officeart/2005/8/layout/hierarchy1"/>
    <dgm:cxn modelId="{AB98FE8E-F907-4844-AEE3-C455F5A9DBAD}" type="presParOf" srcId="{1259E408-4FF0-4393-A891-FF8138A73670}" destId="{801B8364-4168-41F2-89D6-53321DB66AF7}" srcOrd="0" destOrd="0" presId="urn:microsoft.com/office/officeart/2005/8/layout/hierarchy1"/>
    <dgm:cxn modelId="{FAFCE6C2-77EF-4DE4-A48D-C3B51E637350}" type="presParOf" srcId="{1259E408-4FF0-4393-A891-FF8138A73670}" destId="{C2117722-EF25-4CBB-9955-27436A155F8D}" srcOrd="1" destOrd="0" presId="urn:microsoft.com/office/officeart/2005/8/layout/hierarchy1"/>
    <dgm:cxn modelId="{85049300-80D4-4FA1-8F27-1CBF9DB84EDA}" type="presParOf" srcId="{9B66671C-123E-44E9-B5F0-A4AA72DDCF23}" destId="{382A7FB5-C51E-40A3-8445-D70FB18F347F}" srcOrd="1" destOrd="0" presId="urn:microsoft.com/office/officeart/2005/8/layout/hierarchy1"/>
    <dgm:cxn modelId="{D81C2BFC-C11D-4AFB-B0E4-1A947776E31D}" type="presParOf" srcId="{82FC6D92-B607-4695-B88A-94FF46600F89}" destId="{4D3C7A87-50EE-4F50-BA52-916D6D1F3BBF}" srcOrd="1" destOrd="0" presId="urn:microsoft.com/office/officeart/2005/8/layout/hierarchy1"/>
    <dgm:cxn modelId="{F4261447-4C07-4297-883F-2AAB61D69112}" type="presParOf" srcId="{4D3C7A87-50EE-4F50-BA52-916D6D1F3BBF}" destId="{0E85E5E9-84D8-4233-89C1-EDFC8B776EC0}" srcOrd="0" destOrd="0" presId="urn:microsoft.com/office/officeart/2005/8/layout/hierarchy1"/>
    <dgm:cxn modelId="{0BE91793-879C-45F4-B437-6DB8DC378025}" type="presParOf" srcId="{0E85E5E9-84D8-4233-89C1-EDFC8B776EC0}" destId="{5FA087AB-D8E9-4A2E-95E0-6A2AE9A61E28}" srcOrd="0" destOrd="0" presId="urn:microsoft.com/office/officeart/2005/8/layout/hierarchy1"/>
    <dgm:cxn modelId="{EA5C3512-3EAF-4186-8377-A56E00F5E951}" type="presParOf" srcId="{0E85E5E9-84D8-4233-89C1-EDFC8B776EC0}" destId="{D382024E-8B86-4C17-A705-633D2D9504A1}" srcOrd="1" destOrd="0" presId="urn:microsoft.com/office/officeart/2005/8/layout/hierarchy1"/>
    <dgm:cxn modelId="{5C2119DA-E218-4865-84EA-C64AC0EDC9B8}" type="presParOf" srcId="{4D3C7A87-50EE-4F50-BA52-916D6D1F3BBF}" destId="{14B495A5-F949-495A-8A72-0802AD7EDF50}" srcOrd="1" destOrd="0" presId="urn:microsoft.com/office/officeart/2005/8/layout/hierarchy1"/>
    <dgm:cxn modelId="{4A135D8B-2836-438C-BDE5-E206E2CED900}" type="presParOf" srcId="{82FC6D92-B607-4695-B88A-94FF46600F89}" destId="{3C282793-5918-4C87-AD10-5BB935A3F3FB}" srcOrd="2" destOrd="0" presId="urn:microsoft.com/office/officeart/2005/8/layout/hierarchy1"/>
    <dgm:cxn modelId="{7D75A280-F7AC-43C9-A7D9-35BEF2520195}" type="presParOf" srcId="{3C282793-5918-4C87-AD10-5BB935A3F3FB}" destId="{4B85857B-B152-49F5-93B0-9463EBB2A822}" srcOrd="0" destOrd="0" presId="urn:microsoft.com/office/officeart/2005/8/layout/hierarchy1"/>
    <dgm:cxn modelId="{04AECB68-B110-4BF0-80A5-3ED479036035}" type="presParOf" srcId="{4B85857B-B152-49F5-93B0-9463EBB2A822}" destId="{0ED551BB-DABF-465F-90EB-A3B111C0EA25}" srcOrd="0" destOrd="0" presId="urn:microsoft.com/office/officeart/2005/8/layout/hierarchy1"/>
    <dgm:cxn modelId="{6B410AF4-BF8C-4283-B2C5-E00005DCAED6}" type="presParOf" srcId="{4B85857B-B152-49F5-93B0-9463EBB2A822}" destId="{C0E72238-16D6-4B53-9BD8-5CD034979651}" srcOrd="1" destOrd="0" presId="urn:microsoft.com/office/officeart/2005/8/layout/hierarchy1"/>
    <dgm:cxn modelId="{E800D121-3A52-483F-9D79-729009588D32}" type="presParOf" srcId="{3C282793-5918-4C87-AD10-5BB935A3F3FB}" destId="{184EFA32-AA9F-4C48-905F-8EDB878EF38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91063FD-6A69-4895-9001-5BB11E39EC2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8B33014-9926-4B74-8081-BDE2DEB01142}">
      <dgm:prSet/>
      <dgm:spPr/>
      <dgm:t>
        <a:bodyPr/>
        <a:lstStyle/>
        <a:p>
          <a:r>
            <a:rPr lang="en-US"/>
            <a:t>T-Statistic: 0.2616</a:t>
          </a:r>
        </a:p>
      </dgm:t>
    </dgm:pt>
    <dgm:pt modelId="{E2296D15-323F-4C1C-916E-CAE758E081F0}" type="parTrans" cxnId="{925B0CB3-69D3-4A8B-A3B4-4AE8EC1CDB54}">
      <dgm:prSet/>
      <dgm:spPr/>
      <dgm:t>
        <a:bodyPr/>
        <a:lstStyle/>
        <a:p>
          <a:endParaRPr lang="en-US"/>
        </a:p>
      </dgm:t>
    </dgm:pt>
    <dgm:pt modelId="{5FDC074B-2EBB-4E45-BC85-730B032F769E}" type="sibTrans" cxnId="{925B0CB3-69D3-4A8B-A3B4-4AE8EC1CDB54}">
      <dgm:prSet/>
      <dgm:spPr/>
      <dgm:t>
        <a:bodyPr/>
        <a:lstStyle/>
        <a:p>
          <a:endParaRPr lang="en-US"/>
        </a:p>
      </dgm:t>
    </dgm:pt>
    <dgm:pt modelId="{F3B074F0-6266-42CE-933A-01725E39716C}">
      <dgm:prSet/>
      <dgm:spPr/>
      <dgm:t>
        <a:bodyPr/>
        <a:lstStyle/>
        <a:p>
          <a:r>
            <a:rPr lang="en-US"/>
            <a:t>P-Value: 0.7937</a:t>
          </a:r>
        </a:p>
      </dgm:t>
    </dgm:pt>
    <dgm:pt modelId="{E3DEF594-2DA1-42EE-B82F-EC3A922A8813}" type="parTrans" cxnId="{7ECAB5BF-4713-4962-A561-0B86F04A447C}">
      <dgm:prSet/>
      <dgm:spPr/>
      <dgm:t>
        <a:bodyPr/>
        <a:lstStyle/>
        <a:p>
          <a:endParaRPr lang="en-US"/>
        </a:p>
      </dgm:t>
    </dgm:pt>
    <dgm:pt modelId="{25E68C2D-75D9-478E-B05F-CC85050064A8}" type="sibTrans" cxnId="{7ECAB5BF-4713-4962-A561-0B86F04A447C}">
      <dgm:prSet/>
      <dgm:spPr/>
      <dgm:t>
        <a:bodyPr/>
        <a:lstStyle/>
        <a:p>
          <a:endParaRPr lang="en-US"/>
        </a:p>
      </dgm:t>
    </dgm:pt>
    <dgm:pt modelId="{D2A3A828-29E6-446A-A3E6-2DD0AB9AD10F}">
      <dgm:prSet/>
      <dgm:spPr/>
      <dgm:t>
        <a:bodyPr/>
        <a:lstStyle/>
        <a:p>
          <a:r>
            <a:rPr lang="en-US"/>
            <a:t>Fail to reject H0</a:t>
          </a:r>
        </a:p>
      </dgm:t>
    </dgm:pt>
    <dgm:pt modelId="{08909C42-6026-42A9-ABEB-B99930E4AB06}" type="parTrans" cxnId="{87CB169B-A3EF-466A-A177-57218870C46A}">
      <dgm:prSet/>
      <dgm:spPr/>
      <dgm:t>
        <a:bodyPr/>
        <a:lstStyle/>
        <a:p>
          <a:endParaRPr lang="en-US"/>
        </a:p>
      </dgm:t>
    </dgm:pt>
    <dgm:pt modelId="{BCCBE6D5-CDFB-4238-BBAC-50EB988F6606}" type="sibTrans" cxnId="{87CB169B-A3EF-466A-A177-57218870C46A}">
      <dgm:prSet/>
      <dgm:spPr/>
      <dgm:t>
        <a:bodyPr/>
        <a:lstStyle/>
        <a:p>
          <a:endParaRPr lang="en-US"/>
        </a:p>
      </dgm:t>
    </dgm:pt>
    <dgm:pt modelId="{7937DCD8-67C7-4B12-89CE-A8A5AD4B9187}" type="pres">
      <dgm:prSet presAssocID="{691063FD-6A69-4895-9001-5BB11E39EC27}" presName="linear" presStyleCnt="0">
        <dgm:presLayoutVars>
          <dgm:animLvl val="lvl"/>
          <dgm:resizeHandles val="exact"/>
        </dgm:presLayoutVars>
      </dgm:prSet>
      <dgm:spPr/>
    </dgm:pt>
    <dgm:pt modelId="{464AD095-5AA6-4CA9-8241-896D28800ED6}" type="pres">
      <dgm:prSet presAssocID="{C8B33014-9926-4B74-8081-BDE2DEB0114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4485506-3B0A-4837-BC0D-28FE1A322364}" type="pres">
      <dgm:prSet presAssocID="{5FDC074B-2EBB-4E45-BC85-730B032F769E}" presName="spacer" presStyleCnt="0"/>
      <dgm:spPr/>
    </dgm:pt>
    <dgm:pt modelId="{D8C4EC15-8369-4DF6-A780-254A3F695DED}" type="pres">
      <dgm:prSet presAssocID="{F3B074F0-6266-42CE-933A-01725E39716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9ED291B-3DE1-4E29-AA7B-6D8FA901B865}" type="pres">
      <dgm:prSet presAssocID="{25E68C2D-75D9-478E-B05F-CC85050064A8}" presName="spacer" presStyleCnt="0"/>
      <dgm:spPr/>
    </dgm:pt>
    <dgm:pt modelId="{B3F1B582-EC81-429B-9FD7-54E6644707B2}" type="pres">
      <dgm:prSet presAssocID="{D2A3A828-29E6-446A-A3E6-2DD0AB9AD10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E871817-A9AE-49DF-9457-144DD90DBE10}" type="presOf" srcId="{D2A3A828-29E6-446A-A3E6-2DD0AB9AD10F}" destId="{B3F1B582-EC81-429B-9FD7-54E6644707B2}" srcOrd="0" destOrd="0" presId="urn:microsoft.com/office/officeart/2005/8/layout/vList2"/>
    <dgm:cxn modelId="{D50D1977-6161-4B76-9A30-42B5847C059D}" type="presOf" srcId="{691063FD-6A69-4895-9001-5BB11E39EC27}" destId="{7937DCD8-67C7-4B12-89CE-A8A5AD4B9187}" srcOrd="0" destOrd="0" presId="urn:microsoft.com/office/officeart/2005/8/layout/vList2"/>
    <dgm:cxn modelId="{9E17985A-77E3-45F4-A365-3E7BB1118423}" type="presOf" srcId="{F3B074F0-6266-42CE-933A-01725E39716C}" destId="{D8C4EC15-8369-4DF6-A780-254A3F695DED}" srcOrd="0" destOrd="0" presId="urn:microsoft.com/office/officeart/2005/8/layout/vList2"/>
    <dgm:cxn modelId="{87CB169B-A3EF-466A-A177-57218870C46A}" srcId="{691063FD-6A69-4895-9001-5BB11E39EC27}" destId="{D2A3A828-29E6-446A-A3E6-2DD0AB9AD10F}" srcOrd="2" destOrd="0" parTransId="{08909C42-6026-42A9-ABEB-B99930E4AB06}" sibTransId="{BCCBE6D5-CDFB-4238-BBAC-50EB988F6606}"/>
    <dgm:cxn modelId="{925B0CB3-69D3-4A8B-A3B4-4AE8EC1CDB54}" srcId="{691063FD-6A69-4895-9001-5BB11E39EC27}" destId="{C8B33014-9926-4B74-8081-BDE2DEB01142}" srcOrd="0" destOrd="0" parTransId="{E2296D15-323F-4C1C-916E-CAE758E081F0}" sibTransId="{5FDC074B-2EBB-4E45-BC85-730B032F769E}"/>
    <dgm:cxn modelId="{7ECAB5BF-4713-4962-A561-0B86F04A447C}" srcId="{691063FD-6A69-4895-9001-5BB11E39EC27}" destId="{F3B074F0-6266-42CE-933A-01725E39716C}" srcOrd="1" destOrd="0" parTransId="{E3DEF594-2DA1-42EE-B82F-EC3A922A8813}" sibTransId="{25E68C2D-75D9-478E-B05F-CC85050064A8}"/>
    <dgm:cxn modelId="{8FD550C9-6FA3-4E3F-AA70-2755F38E7A76}" type="presOf" srcId="{C8B33014-9926-4B74-8081-BDE2DEB01142}" destId="{464AD095-5AA6-4CA9-8241-896D28800ED6}" srcOrd="0" destOrd="0" presId="urn:microsoft.com/office/officeart/2005/8/layout/vList2"/>
    <dgm:cxn modelId="{38987A23-2F86-4761-A8B0-9059C0A83EDB}" type="presParOf" srcId="{7937DCD8-67C7-4B12-89CE-A8A5AD4B9187}" destId="{464AD095-5AA6-4CA9-8241-896D28800ED6}" srcOrd="0" destOrd="0" presId="urn:microsoft.com/office/officeart/2005/8/layout/vList2"/>
    <dgm:cxn modelId="{6E8D0968-782E-4E09-94AC-4BAF0B6F11D9}" type="presParOf" srcId="{7937DCD8-67C7-4B12-89CE-A8A5AD4B9187}" destId="{D4485506-3B0A-4837-BC0D-28FE1A322364}" srcOrd="1" destOrd="0" presId="urn:microsoft.com/office/officeart/2005/8/layout/vList2"/>
    <dgm:cxn modelId="{49D5AA8A-A8C1-46C8-A5CF-974FA5471214}" type="presParOf" srcId="{7937DCD8-67C7-4B12-89CE-A8A5AD4B9187}" destId="{D8C4EC15-8369-4DF6-A780-254A3F695DED}" srcOrd="2" destOrd="0" presId="urn:microsoft.com/office/officeart/2005/8/layout/vList2"/>
    <dgm:cxn modelId="{0E05E823-13C9-43FD-BA77-DEF8A0D214A7}" type="presParOf" srcId="{7937DCD8-67C7-4B12-89CE-A8A5AD4B9187}" destId="{B9ED291B-3DE1-4E29-AA7B-6D8FA901B865}" srcOrd="3" destOrd="0" presId="urn:microsoft.com/office/officeart/2005/8/layout/vList2"/>
    <dgm:cxn modelId="{6FBE219F-7F2B-420C-9390-0486B09BF7DE}" type="presParOf" srcId="{7937DCD8-67C7-4B12-89CE-A8A5AD4B9187}" destId="{B3F1B582-EC81-429B-9FD7-54E6644707B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FF6EF23-CEC8-4E7E-AB50-519FCBA1F5B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46CAB0A4-9FF8-4C07-BF29-AF7C3F3A313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Category alone doesn’t impact sales</a:t>
          </a:r>
        </a:p>
      </dgm:t>
    </dgm:pt>
    <dgm:pt modelId="{18D35D01-F79B-43CB-8E10-C26AE321C73A}" type="parTrans" cxnId="{60113C32-DAE9-4E2E-A9A4-F3FB6FC09521}">
      <dgm:prSet/>
      <dgm:spPr/>
      <dgm:t>
        <a:bodyPr/>
        <a:lstStyle/>
        <a:p>
          <a:endParaRPr lang="en-US"/>
        </a:p>
      </dgm:t>
    </dgm:pt>
    <dgm:pt modelId="{5756EC65-B1BE-4F77-B544-8E3EF6EEE27F}" type="sibTrans" cxnId="{60113C32-DAE9-4E2E-A9A4-F3FB6FC09521}">
      <dgm:prSet/>
      <dgm:spPr/>
      <dgm:t>
        <a:bodyPr/>
        <a:lstStyle/>
        <a:p>
          <a:endParaRPr lang="en-US"/>
        </a:p>
      </dgm:t>
    </dgm:pt>
    <dgm:pt modelId="{768CBA14-CB1A-4594-B8FC-34C623EA339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Focus on marketing &amp; pricing</a:t>
          </a:r>
        </a:p>
      </dgm:t>
    </dgm:pt>
    <dgm:pt modelId="{7A94F4D3-6C50-442E-8CC9-D7A6C6D34CFF}" type="parTrans" cxnId="{C1E7B6C9-C3F6-46DC-8CE8-F398D3F8B878}">
      <dgm:prSet/>
      <dgm:spPr/>
      <dgm:t>
        <a:bodyPr/>
        <a:lstStyle/>
        <a:p>
          <a:endParaRPr lang="en-US"/>
        </a:p>
      </dgm:t>
    </dgm:pt>
    <dgm:pt modelId="{999D6E05-71F3-4641-BBEA-4923DD0BB680}" type="sibTrans" cxnId="{C1E7B6C9-C3F6-46DC-8CE8-F398D3F8B878}">
      <dgm:prSet/>
      <dgm:spPr/>
      <dgm:t>
        <a:bodyPr/>
        <a:lstStyle/>
        <a:p>
          <a:endParaRPr lang="en-US"/>
        </a:p>
      </dgm:t>
    </dgm:pt>
    <dgm:pt modelId="{F098BCC2-FE44-4F69-988A-376DFC0860B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Use data-driven decisions</a:t>
          </a:r>
        </a:p>
      </dgm:t>
    </dgm:pt>
    <dgm:pt modelId="{6EACD4FB-3CC4-4868-9B32-04D4257436E9}" type="parTrans" cxnId="{2168BC02-32C7-4B84-8E68-A9D7278FFB0C}">
      <dgm:prSet/>
      <dgm:spPr/>
      <dgm:t>
        <a:bodyPr/>
        <a:lstStyle/>
        <a:p>
          <a:endParaRPr lang="en-US"/>
        </a:p>
      </dgm:t>
    </dgm:pt>
    <dgm:pt modelId="{B6291EBA-B1C4-4762-B15A-8226A23B1F21}" type="sibTrans" cxnId="{2168BC02-32C7-4B84-8E68-A9D7278FFB0C}">
      <dgm:prSet/>
      <dgm:spPr/>
      <dgm:t>
        <a:bodyPr/>
        <a:lstStyle/>
        <a:p>
          <a:endParaRPr lang="en-US"/>
        </a:p>
      </dgm:t>
    </dgm:pt>
    <dgm:pt modelId="{5EDB0A3A-1771-404D-BACF-7121EF5FFA71}" type="pres">
      <dgm:prSet presAssocID="{BFF6EF23-CEC8-4E7E-AB50-519FCBA1F5BD}" presName="root" presStyleCnt="0">
        <dgm:presLayoutVars>
          <dgm:dir/>
          <dgm:resizeHandles val="exact"/>
        </dgm:presLayoutVars>
      </dgm:prSet>
      <dgm:spPr/>
    </dgm:pt>
    <dgm:pt modelId="{8D1CFCFF-F08C-47D5-8F92-0CA6BD130757}" type="pres">
      <dgm:prSet presAssocID="{46CAB0A4-9FF8-4C07-BF29-AF7C3F3A313F}" presName="compNode" presStyleCnt="0"/>
      <dgm:spPr/>
    </dgm:pt>
    <dgm:pt modelId="{EA34E59B-13D5-4FB3-BA2E-BCFAAD35CEDA}" type="pres">
      <dgm:prSet presAssocID="{46CAB0A4-9FF8-4C07-BF29-AF7C3F3A313F}" presName="iconBgRect" presStyleLbl="bgShp" presStyleIdx="0" presStyleCnt="3"/>
      <dgm:spPr/>
    </dgm:pt>
    <dgm:pt modelId="{2249FAAF-C4B6-49C8-BB9E-02899799F247}" type="pres">
      <dgm:prSet presAssocID="{46CAB0A4-9FF8-4C07-BF29-AF7C3F3A313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7469208-94DB-4C2C-B454-C83200B02CCB}" type="pres">
      <dgm:prSet presAssocID="{46CAB0A4-9FF8-4C07-BF29-AF7C3F3A313F}" presName="spaceRect" presStyleCnt="0"/>
      <dgm:spPr/>
    </dgm:pt>
    <dgm:pt modelId="{53DCF5D0-63B6-4B36-8558-DBB7D83EA7EC}" type="pres">
      <dgm:prSet presAssocID="{46CAB0A4-9FF8-4C07-BF29-AF7C3F3A313F}" presName="textRect" presStyleLbl="revTx" presStyleIdx="0" presStyleCnt="3">
        <dgm:presLayoutVars>
          <dgm:chMax val="1"/>
          <dgm:chPref val="1"/>
        </dgm:presLayoutVars>
      </dgm:prSet>
      <dgm:spPr/>
    </dgm:pt>
    <dgm:pt modelId="{EB72DDE2-9DAD-4122-AC39-7FE5BD471498}" type="pres">
      <dgm:prSet presAssocID="{5756EC65-B1BE-4F77-B544-8E3EF6EEE27F}" presName="sibTrans" presStyleCnt="0"/>
      <dgm:spPr/>
    </dgm:pt>
    <dgm:pt modelId="{47146CC5-16E8-4C68-BA5B-5E4184334F0F}" type="pres">
      <dgm:prSet presAssocID="{768CBA14-CB1A-4594-B8FC-34C623EA3391}" presName="compNode" presStyleCnt="0"/>
      <dgm:spPr/>
    </dgm:pt>
    <dgm:pt modelId="{93F1560D-EFFD-4994-B0E0-C68C5AA45DC6}" type="pres">
      <dgm:prSet presAssocID="{768CBA14-CB1A-4594-B8FC-34C623EA3391}" presName="iconBgRect" presStyleLbl="bgShp" presStyleIdx="1" presStyleCnt="3"/>
      <dgm:spPr/>
    </dgm:pt>
    <dgm:pt modelId="{C111EFB6-5382-4774-B2F7-64066CFF1DAC}" type="pres">
      <dgm:prSet presAssocID="{768CBA14-CB1A-4594-B8FC-34C623EA339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6300268E-CACF-48FD-86B7-2D1B299F02AD}" type="pres">
      <dgm:prSet presAssocID="{768CBA14-CB1A-4594-B8FC-34C623EA3391}" presName="spaceRect" presStyleCnt="0"/>
      <dgm:spPr/>
    </dgm:pt>
    <dgm:pt modelId="{391E90EA-FC00-4AFB-BFF6-DE8EB7F3E8B0}" type="pres">
      <dgm:prSet presAssocID="{768CBA14-CB1A-4594-B8FC-34C623EA3391}" presName="textRect" presStyleLbl="revTx" presStyleIdx="1" presStyleCnt="3">
        <dgm:presLayoutVars>
          <dgm:chMax val="1"/>
          <dgm:chPref val="1"/>
        </dgm:presLayoutVars>
      </dgm:prSet>
      <dgm:spPr/>
    </dgm:pt>
    <dgm:pt modelId="{14349605-6AAB-4F72-978A-D2CEAF17CCE8}" type="pres">
      <dgm:prSet presAssocID="{999D6E05-71F3-4641-BBEA-4923DD0BB680}" presName="sibTrans" presStyleCnt="0"/>
      <dgm:spPr/>
    </dgm:pt>
    <dgm:pt modelId="{0C67AA2A-F441-42D2-8F05-06FF403858B0}" type="pres">
      <dgm:prSet presAssocID="{F098BCC2-FE44-4F69-988A-376DFC0860B9}" presName="compNode" presStyleCnt="0"/>
      <dgm:spPr/>
    </dgm:pt>
    <dgm:pt modelId="{16F9AE38-8C89-4E7E-B1AB-EB5147210829}" type="pres">
      <dgm:prSet presAssocID="{F098BCC2-FE44-4F69-988A-376DFC0860B9}" presName="iconBgRect" presStyleLbl="bgShp" presStyleIdx="2" presStyleCnt="3"/>
      <dgm:spPr/>
    </dgm:pt>
    <dgm:pt modelId="{4515068B-A04D-4CEB-9FB8-0DBDE886E411}" type="pres">
      <dgm:prSet presAssocID="{F098BCC2-FE44-4F69-988A-376DFC0860B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C7B90F6-0BD2-4938-8FC5-0FA6C69607C5}" type="pres">
      <dgm:prSet presAssocID="{F098BCC2-FE44-4F69-988A-376DFC0860B9}" presName="spaceRect" presStyleCnt="0"/>
      <dgm:spPr/>
    </dgm:pt>
    <dgm:pt modelId="{F754467D-8104-4056-9F96-D38021EF641E}" type="pres">
      <dgm:prSet presAssocID="{F098BCC2-FE44-4F69-988A-376DFC0860B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168BC02-32C7-4B84-8E68-A9D7278FFB0C}" srcId="{BFF6EF23-CEC8-4E7E-AB50-519FCBA1F5BD}" destId="{F098BCC2-FE44-4F69-988A-376DFC0860B9}" srcOrd="2" destOrd="0" parTransId="{6EACD4FB-3CC4-4868-9B32-04D4257436E9}" sibTransId="{B6291EBA-B1C4-4762-B15A-8226A23B1F21}"/>
    <dgm:cxn modelId="{59490729-CD6B-4399-A770-7BE4EFD7B018}" type="presOf" srcId="{BFF6EF23-CEC8-4E7E-AB50-519FCBA1F5BD}" destId="{5EDB0A3A-1771-404D-BACF-7121EF5FFA71}" srcOrd="0" destOrd="0" presId="urn:microsoft.com/office/officeart/2018/5/layout/IconCircleLabelList"/>
    <dgm:cxn modelId="{60113C32-DAE9-4E2E-A9A4-F3FB6FC09521}" srcId="{BFF6EF23-CEC8-4E7E-AB50-519FCBA1F5BD}" destId="{46CAB0A4-9FF8-4C07-BF29-AF7C3F3A313F}" srcOrd="0" destOrd="0" parTransId="{18D35D01-F79B-43CB-8E10-C26AE321C73A}" sibTransId="{5756EC65-B1BE-4F77-B544-8E3EF6EEE27F}"/>
    <dgm:cxn modelId="{3A29B46C-3822-46EC-A8B0-A57B77662BBF}" type="presOf" srcId="{46CAB0A4-9FF8-4C07-BF29-AF7C3F3A313F}" destId="{53DCF5D0-63B6-4B36-8558-DBB7D83EA7EC}" srcOrd="0" destOrd="0" presId="urn:microsoft.com/office/officeart/2018/5/layout/IconCircleLabelList"/>
    <dgm:cxn modelId="{10523087-094A-467E-B138-87B2C84AB03B}" type="presOf" srcId="{F098BCC2-FE44-4F69-988A-376DFC0860B9}" destId="{F754467D-8104-4056-9F96-D38021EF641E}" srcOrd="0" destOrd="0" presId="urn:microsoft.com/office/officeart/2018/5/layout/IconCircleLabelList"/>
    <dgm:cxn modelId="{E5D617C1-7FA5-48A3-8776-8A033F6892B1}" type="presOf" srcId="{768CBA14-CB1A-4594-B8FC-34C623EA3391}" destId="{391E90EA-FC00-4AFB-BFF6-DE8EB7F3E8B0}" srcOrd="0" destOrd="0" presId="urn:microsoft.com/office/officeart/2018/5/layout/IconCircleLabelList"/>
    <dgm:cxn modelId="{C1E7B6C9-C3F6-46DC-8CE8-F398D3F8B878}" srcId="{BFF6EF23-CEC8-4E7E-AB50-519FCBA1F5BD}" destId="{768CBA14-CB1A-4594-B8FC-34C623EA3391}" srcOrd="1" destOrd="0" parTransId="{7A94F4D3-6C50-442E-8CC9-D7A6C6D34CFF}" sibTransId="{999D6E05-71F3-4641-BBEA-4923DD0BB680}"/>
    <dgm:cxn modelId="{256FC125-11A7-4351-AFE4-F74A7BA043D2}" type="presParOf" srcId="{5EDB0A3A-1771-404D-BACF-7121EF5FFA71}" destId="{8D1CFCFF-F08C-47D5-8F92-0CA6BD130757}" srcOrd="0" destOrd="0" presId="urn:microsoft.com/office/officeart/2018/5/layout/IconCircleLabelList"/>
    <dgm:cxn modelId="{DC8CBFBC-3D2D-4FCB-96E4-2EDC49D64058}" type="presParOf" srcId="{8D1CFCFF-F08C-47D5-8F92-0CA6BD130757}" destId="{EA34E59B-13D5-4FB3-BA2E-BCFAAD35CEDA}" srcOrd="0" destOrd="0" presId="urn:microsoft.com/office/officeart/2018/5/layout/IconCircleLabelList"/>
    <dgm:cxn modelId="{6F9AADDB-8926-42C0-A14B-4EAB5423EA19}" type="presParOf" srcId="{8D1CFCFF-F08C-47D5-8F92-0CA6BD130757}" destId="{2249FAAF-C4B6-49C8-BB9E-02899799F247}" srcOrd="1" destOrd="0" presId="urn:microsoft.com/office/officeart/2018/5/layout/IconCircleLabelList"/>
    <dgm:cxn modelId="{C0A815C1-095C-43A4-ABA6-FC8ED5903A5E}" type="presParOf" srcId="{8D1CFCFF-F08C-47D5-8F92-0CA6BD130757}" destId="{37469208-94DB-4C2C-B454-C83200B02CCB}" srcOrd="2" destOrd="0" presId="urn:microsoft.com/office/officeart/2018/5/layout/IconCircleLabelList"/>
    <dgm:cxn modelId="{2C0AD48A-E652-41C8-9B66-A32EA44CBFB2}" type="presParOf" srcId="{8D1CFCFF-F08C-47D5-8F92-0CA6BD130757}" destId="{53DCF5D0-63B6-4B36-8558-DBB7D83EA7EC}" srcOrd="3" destOrd="0" presId="urn:microsoft.com/office/officeart/2018/5/layout/IconCircleLabelList"/>
    <dgm:cxn modelId="{374C1707-51D4-44F1-BBFF-654105ED7884}" type="presParOf" srcId="{5EDB0A3A-1771-404D-BACF-7121EF5FFA71}" destId="{EB72DDE2-9DAD-4122-AC39-7FE5BD471498}" srcOrd="1" destOrd="0" presId="urn:microsoft.com/office/officeart/2018/5/layout/IconCircleLabelList"/>
    <dgm:cxn modelId="{67F7B99C-F238-4BBC-9E7E-5B71F0F04AFE}" type="presParOf" srcId="{5EDB0A3A-1771-404D-BACF-7121EF5FFA71}" destId="{47146CC5-16E8-4C68-BA5B-5E4184334F0F}" srcOrd="2" destOrd="0" presId="urn:microsoft.com/office/officeart/2018/5/layout/IconCircleLabelList"/>
    <dgm:cxn modelId="{6B7ED040-CDC7-42D1-BF02-0E3E676517AD}" type="presParOf" srcId="{47146CC5-16E8-4C68-BA5B-5E4184334F0F}" destId="{93F1560D-EFFD-4994-B0E0-C68C5AA45DC6}" srcOrd="0" destOrd="0" presId="urn:microsoft.com/office/officeart/2018/5/layout/IconCircleLabelList"/>
    <dgm:cxn modelId="{0BF3ECE6-58BF-456D-8A25-D6A07638C7A9}" type="presParOf" srcId="{47146CC5-16E8-4C68-BA5B-5E4184334F0F}" destId="{C111EFB6-5382-4774-B2F7-64066CFF1DAC}" srcOrd="1" destOrd="0" presId="urn:microsoft.com/office/officeart/2018/5/layout/IconCircleLabelList"/>
    <dgm:cxn modelId="{664B3F28-2AF7-44A0-A1FB-737D893A1C9C}" type="presParOf" srcId="{47146CC5-16E8-4C68-BA5B-5E4184334F0F}" destId="{6300268E-CACF-48FD-86B7-2D1B299F02AD}" srcOrd="2" destOrd="0" presId="urn:microsoft.com/office/officeart/2018/5/layout/IconCircleLabelList"/>
    <dgm:cxn modelId="{3FA8FBBB-F160-4299-8255-FCADEE46EFEE}" type="presParOf" srcId="{47146CC5-16E8-4C68-BA5B-5E4184334F0F}" destId="{391E90EA-FC00-4AFB-BFF6-DE8EB7F3E8B0}" srcOrd="3" destOrd="0" presId="urn:microsoft.com/office/officeart/2018/5/layout/IconCircleLabelList"/>
    <dgm:cxn modelId="{AF466E58-F389-4160-883F-EED1E33B08A0}" type="presParOf" srcId="{5EDB0A3A-1771-404D-BACF-7121EF5FFA71}" destId="{14349605-6AAB-4F72-978A-D2CEAF17CCE8}" srcOrd="3" destOrd="0" presId="urn:microsoft.com/office/officeart/2018/5/layout/IconCircleLabelList"/>
    <dgm:cxn modelId="{5A1E863C-DFD9-4CAF-9819-6153770516B1}" type="presParOf" srcId="{5EDB0A3A-1771-404D-BACF-7121EF5FFA71}" destId="{0C67AA2A-F441-42D2-8F05-06FF403858B0}" srcOrd="4" destOrd="0" presId="urn:microsoft.com/office/officeart/2018/5/layout/IconCircleLabelList"/>
    <dgm:cxn modelId="{4F739A6B-A751-4646-83AE-11F9313E89FB}" type="presParOf" srcId="{0C67AA2A-F441-42D2-8F05-06FF403858B0}" destId="{16F9AE38-8C89-4E7E-B1AB-EB5147210829}" srcOrd="0" destOrd="0" presId="urn:microsoft.com/office/officeart/2018/5/layout/IconCircleLabelList"/>
    <dgm:cxn modelId="{B5331408-3DEE-4537-9ACC-374D836C3813}" type="presParOf" srcId="{0C67AA2A-F441-42D2-8F05-06FF403858B0}" destId="{4515068B-A04D-4CEB-9FB8-0DBDE886E411}" srcOrd="1" destOrd="0" presId="urn:microsoft.com/office/officeart/2018/5/layout/IconCircleLabelList"/>
    <dgm:cxn modelId="{E5091921-731E-4B4C-AA27-4DD5281ED6C9}" type="presParOf" srcId="{0C67AA2A-F441-42D2-8F05-06FF403858B0}" destId="{2C7B90F6-0BD2-4938-8FC5-0FA6C69607C5}" srcOrd="2" destOrd="0" presId="urn:microsoft.com/office/officeart/2018/5/layout/IconCircleLabelList"/>
    <dgm:cxn modelId="{D4B01FBA-D123-44B8-A7AC-2561D36A00AE}" type="presParOf" srcId="{0C67AA2A-F441-42D2-8F05-06FF403858B0}" destId="{F754467D-8104-4056-9F96-D38021EF641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A5B8E9-00EB-44BD-8E2E-0EFE40E771B0}">
      <dsp:nvSpPr>
        <dsp:cNvPr id="0" name=""/>
        <dsp:cNvSpPr/>
      </dsp:nvSpPr>
      <dsp:spPr>
        <a:xfrm>
          <a:off x="443299" y="831741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3E87E1-5E4F-4B17-9216-72EBB6126C2D}">
      <dsp:nvSpPr>
        <dsp:cNvPr id="0" name=""/>
        <dsp:cNvSpPr/>
      </dsp:nvSpPr>
      <dsp:spPr>
        <a:xfrm>
          <a:off x="721174" y="1109616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88F9E-058F-4325-BD11-155242FC68DA}">
      <dsp:nvSpPr>
        <dsp:cNvPr id="0" name=""/>
        <dsp:cNvSpPr/>
      </dsp:nvSpPr>
      <dsp:spPr>
        <a:xfrm>
          <a:off x="26487" y="25417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Analyze sales data</a:t>
          </a:r>
        </a:p>
      </dsp:txBody>
      <dsp:txXfrm>
        <a:off x="26487" y="2541741"/>
        <a:ext cx="2137500" cy="720000"/>
      </dsp:txXfrm>
    </dsp:sp>
    <dsp:sp modelId="{2012521A-2FBD-402A-A2B0-30C6839400BA}">
      <dsp:nvSpPr>
        <dsp:cNvPr id="0" name=""/>
        <dsp:cNvSpPr/>
      </dsp:nvSpPr>
      <dsp:spPr>
        <a:xfrm>
          <a:off x="2954862" y="831741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25D52C-60A5-437E-B2A6-B0BB4A6EE8F5}">
      <dsp:nvSpPr>
        <dsp:cNvPr id="0" name=""/>
        <dsp:cNvSpPr/>
      </dsp:nvSpPr>
      <dsp:spPr>
        <a:xfrm>
          <a:off x="3232737" y="1109616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5786F-D81E-4C4D-BBFC-ED6A97BDF7C0}">
      <dsp:nvSpPr>
        <dsp:cNvPr id="0" name=""/>
        <dsp:cNvSpPr/>
      </dsp:nvSpPr>
      <dsp:spPr>
        <a:xfrm>
          <a:off x="2538049" y="25417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Identify patterns</a:t>
          </a:r>
        </a:p>
      </dsp:txBody>
      <dsp:txXfrm>
        <a:off x="2538049" y="2541741"/>
        <a:ext cx="2137500" cy="720000"/>
      </dsp:txXfrm>
    </dsp:sp>
    <dsp:sp modelId="{AF6E274A-7DC8-4765-A98F-289009980EC2}">
      <dsp:nvSpPr>
        <dsp:cNvPr id="0" name=""/>
        <dsp:cNvSpPr/>
      </dsp:nvSpPr>
      <dsp:spPr>
        <a:xfrm>
          <a:off x="5466424" y="831741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8B6E59-9BEB-49DA-A865-A49B4476B5B6}">
      <dsp:nvSpPr>
        <dsp:cNvPr id="0" name=""/>
        <dsp:cNvSpPr/>
      </dsp:nvSpPr>
      <dsp:spPr>
        <a:xfrm>
          <a:off x="5744299" y="1109616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170EA4-157A-4807-B3F8-E60AF2E7EB05}">
      <dsp:nvSpPr>
        <dsp:cNvPr id="0" name=""/>
        <dsp:cNvSpPr/>
      </dsp:nvSpPr>
      <dsp:spPr>
        <a:xfrm>
          <a:off x="5049612" y="25417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Apply hypothesis testing</a:t>
          </a:r>
        </a:p>
      </dsp:txBody>
      <dsp:txXfrm>
        <a:off x="5049612" y="2541741"/>
        <a:ext cx="21375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ED2710-B94E-4389-BCB6-D1BAE1D8042C}">
      <dsp:nvSpPr>
        <dsp:cNvPr id="0" name=""/>
        <dsp:cNvSpPr/>
      </dsp:nvSpPr>
      <dsp:spPr>
        <a:xfrm>
          <a:off x="654206" y="104062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593D58-8EEB-4FB8-8151-C2AC95B1C1C0}">
      <dsp:nvSpPr>
        <dsp:cNvPr id="0" name=""/>
        <dsp:cNvSpPr/>
      </dsp:nvSpPr>
      <dsp:spPr>
        <a:xfrm>
          <a:off x="159206" y="212081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1000 records</a:t>
          </a:r>
        </a:p>
      </dsp:txBody>
      <dsp:txXfrm>
        <a:off x="159206" y="2120810"/>
        <a:ext cx="1800000" cy="720000"/>
      </dsp:txXfrm>
    </dsp:sp>
    <dsp:sp modelId="{F4BE6B68-D4C0-4F4D-9F84-4A9255E58133}">
      <dsp:nvSpPr>
        <dsp:cNvPr id="0" name=""/>
        <dsp:cNvSpPr/>
      </dsp:nvSpPr>
      <dsp:spPr>
        <a:xfrm>
          <a:off x="2769206" y="104062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FF217E-0DBF-4E5C-BCC8-C05A22E8DD6B}">
      <dsp:nvSpPr>
        <dsp:cNvPr id="0" name=""/>
        <dsp:cNvSpPr/>
      </dsp:nvSpPr>
      <dsp:spPr>
        <a:xfrm>
          <a:off x="2274206" y="212081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Includes customer &amp; sales data</a:t>
          </a:r>
        </a:p>
      </dsp:txBody>
      <dsp:txXfrm>
        <a:off x="2274206" y="2120810"/>
        <a:ext cx="1800000" cy="720000"/>
      </dsp:txXfrm>
    </dsp:sp>
    <dsp:sp modelId="{E4419C7B-E496-4343-B22C-2BD27E40D562}">
      <dsp:nvSpPr>
        <dsp:cNvPr id="0" name=""/>
        <dsp:cNvSpPr/>
      </dsp:nvSpPr>
      <dsp:spPr>
        <a:xfrm>
          <a:off x="4884206" y="104062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F98C09-4F95-44E0-932D-D7F6394AA09C}">
      <dsp:nvSpPr>
        <dsp:cNvPr id="0" name=""/>
        <dsp:cNvSpPr/>
      </dsp:nvSpPr>
      <dsp:spPr>
        <a:xfrm>
          <a:off x="4389206" y="212081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Key columns: Category, Total Sales, City</a:t>
          </a:r>
        </a:p>
      </dsp:txBody>
      <dsp:txXfrm>
        <a:off x="4389206" y="2120810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8B8E02-26ED-407C-A4A2-3F01CFFC6080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0E2BB-3300-42CA-B3A9-5745DD9A1E10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Sales vary across categories</a:t>
          </a:r>
        </a:p>
      </dsp:txBody>
      <dsp:txXfrm>
        <a:off x="283960" y="1066136"/>
        <a:ext cx="2107770" cy="1308711"/>
      </dsp:txXfrm>
    </dsp:sp>
    <dsp:sp modelId="{C65F5C5E-F1D5-4EEF-B34E-B13DF82BD847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C040D8-BE74-47A9-A0C3-2F5CB81D9575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Electronics has highest transactions</a:t>
          </a:r>
        </a:p>
      </dsp:txBody>
      <dsp:txXfrm>
        <a:off x="2959652" y="1066136"/>
        <a:ext cx="2107770" cy="1308711"/>
      </dsp:txXfrm>
    </dsp:sp>
    <dsp:sp modelId="{2B4438E7-ADBB-4CE1-B3E0-1B93630DABCA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F8D90C-0604-411D-A415-EA78CF92BEA7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Customer behavior varies</a:t>
          </a:r>
        </a:p>
      </dsp:txBody>
      <dsp:txXfrm>
        <a:off x="5635343" y="1066136"/>
        <a:ext cx="2107770" cy="13087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1B8364-4168-41F2-89D6-53321DB66AF7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117722-EF25-4CBB-9955-27436A155F8D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H0: No significant difference</a:t>
          </a:r>
        </a:p>
      </dsp:txBody>
      <dsp:txXfrm>
        <a:off x="283960" y="1066136"/>
        <a:ext cx="2107770" cy="1308711"/>
      </dsp:txXfrm>
    </dsp:sp>
    <dsp:sp modelId="{5FA087AB-D8E9-4A2E-95E0-6A2AE9A61E28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82024E-8B86-4C17-A705-633D2D9504A1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H1: Significant difference</a:t>
          </a:r>
        </a:p>
      </dsp:txBody>
      <dsp:txXfrm>
        <a:off x="2959652" y="1066136"/>
        <a:ext cx="2107770" cy="1308711"/>
      </dsp:txXfrm>
    </dsp:sp>
    <dsp:sp modelId="{0ED551BB-DABF-465F-90EB-A3B111C0EA25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E72238-16D6-4B53-9BD8-5CD034979651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Test: T-Test</a:t>
          </a:r>
        </a:p>
      </dsp:txBody>
      <dsp:txXfrm>
        <a:off x="5635343" y="1066136"/>
        <a:ext cx="2107770" cy="13087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4AD095-5AA6-4CA9-8241-896D28800ED6}">
      <dsp:nvSpPr>
        <dsp:cNvPr id="0" name=""/>
        <dsp:cNvSpPr/>
      </dsp:nvSpPr>
      <dsp:spPr>
        <a:xfrm>
          <a:off x="0" y="3738"/>
          <a:ext cx="6348413" cy="1193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T-Statistic: 0.2616</a:t>
          </a:r>
        </a:p>
      </dsp:txBody>
      <dsp:txXfrm>
        <a:off x="58257" y="61995"/>
        <a:ext cx="6231899" cy="1076886"/>
      </dsp:txXfrm>
    </dsp:sp>
    <dsp:sp modelId="{D8C4EC15-8369-4DF6-A780-254A3F695DED}">
      <dsp:nvSpPr>
        <dsp:cNvPr id="0" name=""/>
        <dsp:cNvSpPr/>
      </dsp:nvSpPr>
      <dsp:spPr>
        <a:xfrm>
          <a:off x="0" y="1344018"/>
          <a:ext cx="6348413" cy="1193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P-Value: 0.7937</a:t>
          </a:r>
        </a:p>
      </dsp:txBody>
      <dsp:txXfrm>
        <a:off x="58257" y="1402275"/>
        <a:ext cx="6231899" cy="1076886"/>
      </dsp:txXfrm>
    </dsp:sp>
    <dsp:sp modelId="{B3F1B582-EC81-429B-9FD7-54E6644707B2}">
      <dsp:nvSpPr>
        <dsp:cNvPr id="0" name=""/>
        <dsp:cNvSpPr/>
      </dsp:nvSpPr>
      <dsp:spPr>
        <a:xfrm>
          <a:off x="0" y="2684298"/>
          <a:ext cx="6348413" cy="1193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Fail to reject H0</a:t>
          </a:r>
        </a:p>
      </dsp:txBody>
      <dsp:txXfrm>
        <a:off x="58257" y="2742555"/>
        <a:ext cx="6231899" cy="10768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34E59B-13D5-4FB3-BA2E-BCFAAD35CEDA}">
      <dsp:nvSpPr>
        <dsp:cNvPr id="0" name=""/>
        <dsp:cNvSpPr/>
      </dsp:nvSpPr>
      <dsp:spPr>
        <a:xfrm>
          <a:off x="443299" y="831741"/>
          <a:ext cx="1303875" cy="130387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9FAAF-C4B6-49C8-BB9E-02899799F247}">
      <dsp:nvSpPr>
        <dsp:cNvPr id="0" name=""/>
        <dsp:cNvSpPr/>
      </dsp:nvSpPr>
      <dsp:spPr>
        <a:xfrm>
          <a:off x="721174" y="1109616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DCF5D0-63B6-4B36-8558-DBB7D83EA7EC}">
      <dsp:nvSpPr>
        <dsp:cNvPr id="0" name=""/>
        <dsp:cNvSpPr/>
      </dsp:nvSpPr>
      <dsp:spPr>
        <a:xfrm>
          <a:off x="26487" y="25417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Category alone doesn’t impact sales</a:t>
          </a:r>
        </a:p>
      </dsp:txBody>
      <dsp:txXfrm>
        <a:off x="26487" y="2541741"/>
        <a:ext cx="2137500" cy="720000"/>
      </dsp:txXfrm>
    </dsp:sp>
    <dsp:sp modelId="{93F1560D-EFFD-4994-B0E0-C68C5AA45DC6}">
      <dsp:nvSpPr>
        <dsp:cNvPr id="0" name=""/>
        <dsp:cNvSpPr/>
      </dsp:nvSpPr>
      <dsp:spPr>
        <a:xfrm>
          <a:off x="2954862" y="831741"/>
          <a:ext cx="1303875" cy="130387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11EFB6-5382-4774-B2F7-64066CFF1DAC}">
      <dsp:nvSpPr>
        <dsp:cNvPr id="0" name=""/>
        <dsp:cNvSpPr/>
      </dsp:nvSpPr>
      <dsp:spPr>
        <a:xfrm>
          <a:off x="3232737" y="1109616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1E90EA-FC00-4AFB-BFF6-DE8EB7F3E8B0}">
      <dsp:nvSpPr>
        <dsp:cNvPr id="0" name=""/>
        <dsp:cNvSpPr/>
      </dsp:nvSpPr>
      <dsp:spPr>
        <a:xfrm>
          <a:off x="2538049" y="25417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Focus on marketing &amp; pricing</a:t>
          </a:r>
        </a:p>
      </dsp:txBody>
      <dsp:txXfrm>
        <a:off x="2538049" y="2541741"/>
        <a:ext cx="2137500" cy="720000"/>
      </dsp:txXfrm>
    </dsp:sp>
    <dsp:sp modelId="{16F9AE38-8C89-4E7E-B1AB-EB5147210829}">
      <dsp:nvSpPr>
        <dsp:cNvPr id="0" name=""/>
        <dsp:cNvSpPr/>
      </dsp:nvSpPr>
      <dsp:spPr>
        <a:xfrm>
          <a:off x="5466424" y="831741"/>
          <a:ext cx="1303875" cy="130387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15068B-A04D-4CEB-9FB8-0DBDE886E411}">
      <dsp:nvSpPr>
        <dsp:cNvPr id="0" name=""/>
        <dsp:cNvSpPr/>
      </dsp:nvSpPr>
      <dsp:spPr>
        <a:xfrm>
          <a:off x="5744299" y="1109616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54467D-8104-4056-9F96-D38021EF641E}">
      <dsp:nvSpPr>
        <dsp:cNvPr id="0" name=""/>
        <dsp:cNvSpPr/>
      </dsp:nvSpPr>
      <dsp:spPr>
        <a:xfrm>
          <a:off x="5049612" y="25417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Use data-driven decisions</a:t>
          </a:r>
        </a:p>
      </dsp:txBody>
      <dsp:txXfrm>
        <a:off x="5049612" y="2541741"/>
        <a:ext cx="2137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02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457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324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451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42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200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808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73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68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327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7382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1661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0421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997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617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453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85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08993"/>
            <a:ext cx="6923558" cy="354204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 defTabSz="914400">
              <a:lnSpc>
                <a:spcPct val="90000"/>
              </a:lnSpc>
            </a:pPr>
            <a:r>
              <a:rPr lang="en-US" sz="6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Sales Data Analysis</a:t>
            </a:r>
          </a:p>
          <a:p>
            <a:pPr algn="l" defTabSz="914400">
              <a:lnSpc>
                <a:spcPct val="90000"/>
              </a:lnSpc>
            </a:pPr>
            <a:r>
              <a:rPr lang="en-US" sz="6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Storytelling &amp; Statistical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4582814"/>
            <a:ext cx="5349252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ApexPlanet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Data Analytics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en-IN"/>
              <a:t>Objective</a:t>
            </a: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B48610E5-9534-4104-8B19-FCE88674B0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9370939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25E6F4-1CB3-57A8-BF93-6FEB6447E9D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2160588"/>
          <a:ext cx="6348413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IN" sz="4200"/>
              <a:t>Key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4F0847-1E9D-6617-0964-55F15D690D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5205678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33484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468234" y="3681413"/>
            <a:ext cx="357266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61926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400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068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694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4568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8223" y="-8467"/>
            <a:ext cx="4495777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6292" y="609600"/>
            <a:ext cx="3384742" cy="2227730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Visualization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4A20A0-BF5C-3DFD-7A77-83A99EF22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38" y="1905655"/>
            <a:ext cx="2892580" cy="313558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6293" y="2837329"/>
            <a:ext cx="3384741" cy="3317938"/>
          </a:xfrm>
        </p:spPr>
        <p:txBody>
          <a:bodyPr anchor="t"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Sales distribution across categories</a:t>
            </a:r>
          </a:p>
          <a:p>
            <a:endParaRPr lang="en-I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IN" sz="4200"/>
              <a:t>Hypothesis Testing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361825-DC0E-5C01-E3C4-BB9FA299BD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0866173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6608C3-7027-034D-6BB5-771FA527B4F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2160588"/>
          <a:ext cx="6348413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en-IN"/>
              <a:t>Business 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68D358-D424-3E3E-ED89-230C11AF5B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0710417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97</Words>
  <Application>Microsoft Office PowerPoint</Application>
  <PresentationFormat>On-screen Show (4:3)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Sales Data Analysis Data Storytelling &amp; Statistical Validation</vt:lpstr>
      <vt:lpstr>Objective</vt:lpstr>
      <vt:lpstr>Dataset Overview</vt:lpstr>
      <vt:lpstr>Key Insights</vt:lpstr>
      <vt:lpstr>Visualization</vt:lpstr>
      <vt:lpstr>Hypothesis Testing</vt:lpstr>
      <vt:lpstr>Results</vt:lpstr>
      <vt:lpstr>Business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RAHUL DURGESH</dc:creator>
  <cp:keywords/>
  <dc:description>generated using python-pptx</dc:description>
  <cp:lastModifiedBy>RAHUL DURGESH</cp:lastModifiedBy>
  <cp:revision>5</cp:revision>
  <dcterms:created xsi:type="dcterms:W3CDTF">2013-01-27T09:14:16Z</dcterms:created>
  <dcterms:modified xsi:type="dcterms:W3CDTF">2026-07-01T14:57:09Z</dcterms:modified>
  <cp:category/>
</cp:coreProperties>
</file>